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66" r:id="rId8"/>
    <p:sldId id="269" r:id="rId9"/>
    <p:sldId id="262" r:id="rId10"/>
    <p:sldId id="259" r:id="rId11"/>
    <p:sldId id="263" r:id="rId12"/>
    <p:sldId id="264" r:id="rId13"/>
    <p:sldId id="268" r:id="rId14"/>
    <p:sldId id="267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C948"/>
    <a:srgbClr val="A6A6A6"/>
    <a:srgbClr val="03A928"/>
    <a:srgbClr val="06C6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2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2592" y="3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3A13DD-11C6-420C-A95D-8C9DD7301379}" type="datetimeFigureOut">
              <a:rPr lang="de-CH" smtClean="0"/>
              <a:t>10.12.2024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48A82-61E2-4E25-A01C-FF405C3C299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9082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18A6DD6-CAF8-4A06-A2FD-6BA467B70F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2591" y="2155667"/>
            <a:ext cx="8689409" cy="4702333"/>
          </a:xfrm>
          <a:prstGeom prst="rect">
            <a:avLst/>
          </a:prstGeom>
        </p:spPr>
      </p:pic>
      <p:pic>
        <p:nvPicPr>
          <p:cNvPr id="10" name="Grafik 9" descr="Ein Bild, das drinnen, Foto, sitzend, Spielzeug enthält.&#10;&#10;Automatisch generierte Beschreibung">
            <a:extLst>
              <a:ext uri="{FF2B5EF4-FFF2-40B4-BE49-F238E27FC236}">
                <a16:creationId xmlns:a16="http://schemas.microsoft.com/office/drawing/2014/main" id="{EE0D204F-C369-41A5-9532-5F9A399BCF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279250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495E371D-ECAA-48AE-A935-02AAC8627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de-DE" dirty="0"/>
              <a:t>Titel hinzufügen</a:t>
            </a:r>
            <a:endParaRPr lang="de-CH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7EA1AE63-A857-4AF2-A243-2BC04FF23F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 hinzufügen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7FD8413-C1DB-4E70-8901-0716D8691833}"/>
              </a:ext>
            </a:extLst>
          </p:cNvPr>
          <p:cNvSpPr txBox="1"/>
          <p:nvPr userDrawn="1"/>
        </p:nvSpPr>
        <p:spPr>
          <a:xfrm rot="592235">
            <a:off x="8645044" y="1700078"/>
            <a:ext cx="1069976" cy="3341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ctr"/>
            <a:r>
              <a:rPr lang="de-CH" dirty="0" err="1"/>
              <a:t>IRo.swiss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47211FD-ED7A-67CD-B8AD-890FB5479E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1850" y="6114142"/>
            <a:ext cx="10515600" cy="315232"/>
          </a:xfrm>
        </p:spPr>
        <p:txBody>
          <a:bodyPr anchor="ctr">
            <a:noAutofit/>
          </a:bodyPr>
          <a:lstStyle>
            <a:lvl1pPr marL="0" indent="0">
              <a:buNone/>
              <a:defRPr lang="de-CH" sz="1400" kern="1200" dirty="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de-CH" dirty="0"/>
              <a:t>Verfasser | </a:t>
            </a:r>
            <a:fld id="{A74522B1-B6BC-4422-A492-8E9730327601}" type="datetime1">
              <a:rPr lang="de-CH" smtClean="0"/>
              <a:t>14.09.2023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73076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32DF2ECF-FFA9-A5C9-93F8-EC4D9CA9EBFD}"/>
              </a:ext>
            </a:extLst>
          </p:cNvPr>
          <p:cNvSpPr/>
          <p:nvPr userDrawn="1"/>
        </p:nvSpPr>
        <p:spPr>
          <a:xfrm>
            <a:off x="5985190" y="1412954"/>
            <a:ext cx="3832062" cy="5447196"/>
          </a:xfrm>
          <a:custGeom>
            <a:avLst/>
            <a:gdLst>
              <a:gd name="connsiteX0" fmla="*/ 943603 w 3832062"/>
              <a:gd name="connsiteY0" fmla="*/ 0 h 5447196"/>
              <a:gd name="connsiteX1" fmla="*/ 3832062 w 3832062"/>
              <a:gd name="connsiteY1" fmla="*/ 498773 h 5447196"/>
              <a:gd name="connsiteX2" fmla="*/ 2978036 w 3832062"/>
              <a:gd name="connsiteY2" fmla="*/ 5444548 h 5447196"/>
              <a:gd name="connsiteX3" fmla="*/ 2978726 w 3832062"/>
              <a:gd name="connsiteY3" fmla="*/ 5444779 h 5447196"/>
              <a:gd name="connsiteX4" fmla="*/ 2977996 w 3832062"/>
              <a:gd name="connsiteY4" fmla="*/ 5444779 h 5447196"/>
              <a:gd name="connsiteX5" fmla="*/ 2977579 w 3832062"/>
              <a:gd name="connsiteY5" fmla="*/ 5447196 h 5447196"/>
              <a:gd name="connsiteX6" fmla="*/ 2963582 w 3832062"/>
              <a:gd name="connsiteY6" fmla="*/ 5444779 h 5447196"/>
              <a:gd name="connsiteX7" fmla="*/ 0 w 3832062"/>
              <a:gd name="connsiteY7" fmla="*/ 5444779 h 5447196"/>
              <a:gd name="connsiteX8" fmla="*/ 89155 w 3832062"/>
              <a:gd name="connsiteY8" fmla="*/ 4948429 h 5447196"/>
              <a:gd name="connsiteX9" fmla="*/ 89120 w 3832062"/>
              <a:gd name="connsiteY9" fmla="*/ 4948423 h 544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32062" h="5447196">
                <a:moveTo>
                  <a:pt x="943603" y="0"/>
                </a:moveTo>
                <a:lnTo>
                  <a:pt x="3832062" y="498773"/>
                </a:lnTo>
                <a:lnTo>
                  <a:pt x="2978036" y="5444548"/>
                </a:lnTo>
                <a:lnTo>
                  <a:pt x="2978726" y="5444779"/>
                </a:lnTo>
                <a:lnTo>
                  <a:pt x="2977996" y="5444779"/>
                </a:lnTo>
                <a:lnTo>
                  <a:pt x="2977579" y="5447196"/>
                </a:lnTo>
                <a:lnTo>
                  <a:pt x="2963582" y="5444779"/>
                </a:lnTo>
                <a:lnTo>
                  <a:pt x="0" y="5444779"/>
                </a:lnTo>
                <a:lnTo>
                  <a:pt x="89155" y="4948429"/>
                </a:lnTo>
                <a:lnTo>
                  <a:pt x="89120" y="49484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CH">
              <a:solidFill>
                <a:srgbClr val="CACACA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5BE4FFD-BEA7-4805-9DA6-5496991B9B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063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BCEE009-96E4-279E-040E-6B982A8CF2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 dirty="0"/>
              <a:t>Inhalt hinzufügen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0314FB-6753-B7CD-1EC3-2F7B40C4F2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Details zu Inhalt hinzufügen</a:t>
            </a:r>
          </a:p>
        </p:txBody>
      </p:sp>
      <p:sp>
        <p:nvSpPr>
          <p:cNvPr id="17" name="Datumsplatzhalter 16">
            <a:extLst>
              <a:ext uri="{FF2B5EF4-FFF2-40B4-BE49-F238E27FC236}">
                <a16:creationId xmlns:a16="http://schemas.microsoft.com/office/drawing/2014/main" id="{ACF2015B-F3B1-8679-CAD5-A084D5179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414942-EC8B-495C-9A98-AD6F56F0FD28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D7012DFB-C880-D773-0660-DDAB87B7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de-CH"/>
              <a:t>Text Kopfzeile</a:t>
            </a:r>
            <a:endParaRPr lang="de-CH" dirty="0"/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6FB70BE6-AEEB-F580-7862-B0103087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5" name="Inhaltsplatzhalter 24">
            <a:extLst>
              <a:ext uri="{FF2B5EF4-FFF2-40B4-BE49-F238E27FC236}">
                <a16:creationId xmlns:a16="http://schemas.microsoft.com/office/drawing/2014/main" id="{FB453272-39EC-39E0-15CB-97103B5C277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37593" y="2984267"/>
            <a:ext cx="2384425" cy="350837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pPr lvl="0"/>
            <a:r>
              <a:rPr lang="de-DE" dirty="0"/>
              <a:t>Inhalt 1</a:t>
            </a:r>
            <a:endParaRPr lang="de-CH" dirty="0"/>
          </a:p>
        </p:txBody>
      </p:sp>
      <p:sp>
        <p:nvSpPr>
          <p:cNvPr id="26" name="Inhaltsplatzhalter 24">
            <a:extLst>
              <a:ext uri="{FF2B5EF4-FFF2-40B4-BE49-F238E27FC236}">
                <a16:creationId xmlns:a16="http://schemas.microsoft.com/office/drawing/2014/main" id="{F8349D86-9EBB-3F5E-8D7C-EA8AF2F4CE5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64117" y="3415715"/>
            <a:ext cx="2384425" cy="350837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pPr lvl="0"/>
            <a:r>
              <a:rPr lang="de-DE" dirty="0"/>
              <a:t>Inhalt 2</a:t>
            </a:r>
            <a:endParaRPr lang="de-CH" dirty="0"/>
          </a:p>
        </p:txBody>
      </p:sp>
      <p:sp>
        <p:nvSpPr>
          <p:cNvPr id="27" name="Inhaltsplatzhalter 24">
            <a:extLst>
              <a:ext uri="{FF2B5EF4-FFF2-40B4-BE49-F238E27FC236}">
                <a16:creationId xmlns:a16="http://schemas.microsoft.com/office/drawing/2014/main" id="{D10679D3-BAA1-E82F-9689-4F3CE477948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686559" y="3847163"/>
            <a:ext cx="2384425" cy="350837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pPr lvl="0"/>
            <a:r>
              <a:rPr lang="de-DE" dirty="0"/>
              <a:t>Inhalt 3</a:t>
            </a:r>
            <a:endParaRPr lang="de-CH" dirty="0"/>
          </a:p>
        </p:txBody>
      </p:sp>
      <p:sp>
        <p:nvSpPr>
          <p:cNvPr id="28" name="Inhaltsplatzhalter 24">
            <a:extLst>
              <a:ext uri="{FF2B5EF4-FFF2-40B4-BE49-F238E27FC236}">
                <a16:creationId xmlns:a16="http://schemas.microsoft.com/office/drawing/2014/main" id="{0963B967-E8C5-CA59-E0B2-76F5A21FD53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13078" y="4278611"/>
            <a:ext cx="2384425" cy="350837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pPr lvl="0"/>
            <a:r>
              <a:rPr lang="de-DE" dirty="0"/>
              <a:t>Inhalt 4</a:t>
            </a:r>
            <a:endParaRPr lang="de-CH" dirty="0"/>
          </a:p>
        </p:txBody>
      </p:sp>
      <p:sp>
        <p:nvSpPr>
          <p:cNvPr id="29" name="Inhaltsplatzhalter 24">
            <a:extLst>
              <a:ext uri="{FF2B5EF4-FFF2-40B4-BE49-F238E27FC236}">
                <a16:creationId xmlns:a16="http://schemas.microsoft.com/office/drawing/2014/main" id="{335DD120-968C-5B41-1751-1D8ACDE7C61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539598" y="4710059"/>
            <a:ext cx="2384425" cy="350837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pPr lvl="0"/>
            <a:r>
              <a:rPr lang="de-DE" dirty="0"/>
              <a:t>Inhalt 5</a:t>
            </a:r>
            <a:endParaRPr lang="de-CH" dirty="0"/>
          </a:p>
        </p:txBody>
      </p:sp>
      <p:sp>
        <p:nvSpPr>
          <p:cNvPr id="30" name="Inhaltsplatzhalter 24">
            <a:extLst>
              <a:ext uri="{FF2B5EF4-FFF2-40B4-BE49-F238E27FC236}">
                <a16:creationId xmlns:a16="http://schemas.microsoft.com/office/drawing/2014/main" id="{510072EC-B225-14F6-ABCD-FB232CF5921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62037" y="5141507"/>
            <a:ext cx="2384425" cy="350837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pPr lvl="0"/>
            <a:r>
              <a:rPr lang="de-DE" dirty="0"/>
              <a:t>Inhalt 6</a:t>
            </a:r>
            <a:endParaRPr lang="de-CH" dirty="0"/>
          </a:p>
        </p:txBody>
      </p:sp>
      <p:sp>
        <p:nvSpPr>
          <p:cNvPr id="31" name="Inhaltsplatzhalter 24">
            <a:extLst>
              <a:ext uri="{FF2B5EF4-FFF2-40B4-BE49-F238E27FC236}">
                <a16:creationId xmlns:a16="http://schemas.microsoft.com/office/drawing/2014/main" id="{F7AB3003-D927-230A-247B-B5A5A193E43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92640" y="5572955"/>
            <a:ext cx="2384425" cy="350837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pPr lvl="0"/>
            <a:r>
              <a:rPr lang="de-DE" dirty="0"/>
              <a:t>Inhalt 6</a:t>
            </a:r>
            <a:endParaRPr lang="de-CH" dirty="0"/>
          </a:p>
        </p:txBody>
      </p:sp>
      <p:sp>
        <p:nvSpPr>
          <p:cNvPr id="32" name="Inhaltsplatzhalter 24">
            <a:extLst>
              <a:ext uri="{FF2B5EF4-FFF2-40B4-BE49-F238E27FC236}">
                <a16:creationId xmlns:a16="http://schemas.microsoft.com/office/drawing/2014/main" id="{2CF7375F-DCFB-6B06-FA45-D29D29937BE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19165" y="6004406"/>
            <a:ext cx="2384425" cy="350837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pPr lvl="0"/>
            <a:r>
              <a:rPr lang="de-DE" dirty="0"/>
              <a:t>Inhalt 7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44657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Schwarz, Screenshot, Dunkelheit, weiß enthält.&#10;&#10;Automatisch generierte Beschreibung">
            <a:extLst>
              <a:ext uri="{FF2B5EF4-FFF2-40B4-BE49-F238E27FC236}">
                <a16:creationId xmlns:a16="http://schemas.microsoft.com/office/drawing/2014/main" id="{49B00916-BCC5-A2C0-DB18-9B980D2BA6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356" y="1034389"/>
            <a:ext cx="10627643" cy="582361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5BE4FFD-BEA7-4805-9DA6-5496991B9B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06316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938E6F-491D-412C-88EE-28A2A5314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2681A0-16D9-44BC-BBFF-CFF1DF9D165E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02B73D-E78E-4D00-AFE8-B9543093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t>‹Nr.›</a:t>
            </a:fld>
            <a:endParaRPr lang="de-CH"/>
          </a:p>
        </p:txBody>
      </p:sp>
      <p:sp>
        <p:nvSpPr>
          <p:cNvPr id="12" name="Fußzeilenplatzhalter 6">
            <a:extLst>
              <a:ext uri="{FF2B5EF4-FFF2-40B4-BE49-F238E27FC236}">
                <a16:creationId xmlns:a16="http://schemas.microsoft.com/office/drawing/2014/main" id="{F963D615-4C66-4EF3-9948-3A5380C18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602865">
            <a:off x="8609453" y="833518"/>
            <a:ext cx="11665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algn="ctr"/>
            <a:r>
              <a:rPr lang="de-CH" dirty="0"/>
              <a:t>Text Kopfzeile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EE009-96E4-279E-040E-6B982A8CF2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 dirty="0"/>
              <a:t>Zwischentitel hinzufügen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0314FB-6753-B7CD-1EC3-2F7B40C4F2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Zwischenuntertitel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131468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65BE4FFD-BEA7-4805-9DA6-5496991B9B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06316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938E6F-491D-412C-88EE-28A2A5314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1622F7-4EED-4F6C-87AC-4F253A3903D1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02B73D-E78E-4D00-AFE8-B9543093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t>‹Nr.›</a:t>
            </a:fld>
            <a:endParaRPr lang="de-CH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DDF02D91-C18C-46FE-B29F-02B00C0179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612" y="1330772"/>
            <a:ext cx="10512425" cy="474623"/>
          </a:xfrm>
        </p:spPr>
        <p:txBody>
          <a:bodyPr anchor="ctr"/>
          <a:lstStyle>
            <a:lvl1pPr>
              <a:defRPr/>
            </a:lvl1pPr>
          </a:lstStyle>
          <a:p>
            <a:r>
              <a:rPr lang="de-DE" dirty="0"/>
              <a:t>Titel hinzufügen</a:t>
            </a:r>
            <a:endParaRPr lang="de-CH" dirty="0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49991ADB-4AC2-411A-AD90-FE9BFB8B3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54239"/>
            <a:ext cx="10512424" cy="4364304"/>
          </a:xfrm>
        </p:spPr>
        <p:txBody>
          <a:bodyPr/>
          <a:lstStyle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3" name="Fußzeilenplatzhalter 6">
            <a:extLst>
              <a:ext uri="{FF2B5EF4-FFF2-40B4-BE49-F238E27FC236}">
                <a16:creationId xmlns:a16="http://schemas.microsoft.com/office/drawing/2014/main" id="{40F48C9D-25E7-3935-A6B1-315BDCBDD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602865">
            <a:off x="8609453" y="833518"/>
            <a:ext cx="11665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algn="ctr"/>
            <a:r>
              <a:rPr lang="de-CH" dirty="0"/>
              <a:t>Text Kopfzeile</a:t>
            </a:r>
          </a:p>
        </p:txBody>
      </p: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B1729D52-72BE-8194-97A3-24A9620F8DB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6612" y="1813162"/>
            <a:ext cx="10515600" cy="439737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259646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65BE4FFD-BEA7-4805-9DA6-5496991B9B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06316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938E6F-491D-412C-88EE-28A2A5314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F4317-EA4D-4044-ABED-B21237226784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02B73D-E78E-4D00-AFE8-B9543093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t>‹Nr.›</a:t>
            </a:fld>
            <a:endParaRPr lang="de-CH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49991ADB-4AC2-411A-AD90-FE9BFB8B3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54239"/>
            <a:ext cx="4873827" cy="4364304"/>
          </a:xfrm>
        </p:spPr>
        <p:txBody>
          <a:bodyPr/>
          <a:lstStyle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2" name="Freihandform: Form 1">
            <a:extLst>
              <a:ext uri="{FF2B5EF4-FFF2-40B4-BE49-F238E27FC236}">
                <a16:creationId xmlns:a16="http://schemas.microsoft.com/office/drawing/2014/main" id="{56D295A1-D1EE-DA10-2E45-5985F4845497}"/>
              </a:ext>
            </a:extLst>
          </p:cNvPr>
          <p:cNvSpPr/>
          <p:nvPr userDrawn="1"/>
        </p:nvSpPr>
        <p:spPr>
          <a:xfrm>
            <a:off x="5985190" y="1412954"/>
            <a:ext cx="3832062" cy="5447196"/>
          </a:xfrm>
          <a:custGeom>
            <a:avLst/>
            <a:gdLst>
              <a:gd name="connsiteX0" fmla="*/ 943603 w 3832062"/>
              <a:gd name="connsiteY0" fmla="*/ 0 h 5447196"/>
              <a:gd name="connsiteX1" fmla="*/ 3832062 w 3832062"/>
              <a:gd name="connsiteY1" fmla="*/ 498773 h 5447196"/>
              <a:gd name="connsiteX2" fmla="*/ 2978036 w 3832062"/>
              <a:gd name="connsiteY2" fmla="*/ 5444548 h 5447196"/>
              <a:gd name="connsiteX3" fmla="*/ 2978726 w 3832062"/>
              <a:gd name="connsiteY3" fmla="*/ 5444779 h 5447196"/>
              <a:gd name="connsiteX4" fmla="*/ 2977996 w 3832062"/>
              <a:gd name="connsiteY4" fmla="*/ 5444779 h 5447196"/>
              <a:gd name="connsiteX5" fmla="*/ 2977579 w 3832062"/>
              <a:gd name="connsiteY5" fmla="*/ 5447196 h 5447196"/>
              <a:gd name="connsiteX6" fmla="*/ 2963582 w 3832062"/>
              <a:gd name="connsiteY6" fmla="*/ 5444779 h 5447196"/>
              <a:gd name="connsiteX7" fmla="*/ 0 w 3832062"/>
              <a:gd name="connsiteY7" fmla="*/ 5444779 h 5447196"/>
              <a:gd name="connsiteX8" fmla="*/ 89155 w 3832062"/>
              <a:gd name="connsiteY8" fmla="*/ 4948429 h 5447196"/>
              <a:gd name="connsiteX9" fmla="*/ 89120 w 3832062"/>
              <a:gd name="connsiteY9" fmla="*/ 4948423 h 544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32062" h="5447196">
                <a:moveTo>
                  <a:pt x="943603" y="0"/>
                </a:moveTo>
                <a:lnTo>
                  <a:pt x="3832062" y="498773"/>
                </a:lnTo>
                <a:lnTo>
                  <a:pt x="2978036" y="5444548"/>
                </a:lnTo>
                <a:lnTo>
                  <a:pt x="2978726" y="5444779"/>
                </a:lnTo>
                <a:lnTo>
                  <a:pt x="2977996" y="5444779"/>
                </a:lnTo>
                <a:lnTo>
                  <a:pt x="2977579" y="5447196"/>
                </a:lnTo>
                <a:lnTo>
                  <a:pt x="2963582" y="5444779"/>
                </a:lnTo>
                <a:lnTo>
                  <a:pt x="0" y="5444779"/>
                </a:lnTo>
                <a:lnTo>
                  <a:pt x="89155" y="4948429"/>
                </a:lnTo>
                <a:lnTo>
                  <a:pt x="89120" y="49484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CH">
              <a:solidFill>
                <a:srgbClr val="CACACA"/>
              </a:solidFill>
            </a:endParaRPr>
          </a:p>
        </p:txBody>
      </p:sp>
      <p:sp>
        <p:nvSpPr>
          <p:cNvPr id="3" name="Fußzeilenplatzhalter 6">
            <a:extLst>
              <a:ext uri="{FF2B5EF4-FFF2-40B4-BE49-F238E27FC236}">
                <a16:creationId xmlns:a16="http://schemas.microsoft.com/office/drawing/2014/main" id="{328F7E50-8FD2-F66B-BC00-5DA78B9B6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602865">
            <a:off x="8609453" y="833518"/>
            <a:ext cx="11665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algn="ctr"/>
            <a:r>
              <a:rPr lang="de-CH" dirty="0"/>
              <a:t>Text Kopfzeile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EB38E0B1-20EF-3FFE-A157-58D3EAA2E6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612" y="1330772"/>
            <a:ext cx="10512425" cy="474623"/>
          </a:xfrm>
        </p:spPr>
        <p:txBody>
          <a:bodyPr anchor="ctr"/>
          <a:lstStyle/>
          <a:p>
            <a:r>
              <a:rPr lang="de-DE" dirty="0"/>
              <a:t>Titel hinzufügen</a:t>
            </a:r>
            <a:endParaRPr lang="de-CH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5C4BB046-2093-AC2F-C5C8-F3FE3179250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6612" y="1813162"/>
            <a:ext cx="10515600" cy="439737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197316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48DE10B5-25AB-40CB-9B89-EE4B8EF122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06316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6116C62-CC9A-45DC-8346-678128364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57BFF4-67A6-4A90-B21C-FC16BE975001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151D44-F78E-4F76-9BF3-EEF3D441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t>‹Nr.›</a:t>
            </a:fld>
            <a:endParaRPr lang="de-CH"/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179CAE6E-4383-421A-93CE-8A91B29D9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54239"/>
            <a:ext cx="5157787" cy="4364304"/>
          </a:xfrm>
        </p:spPr>
        <p:txBody>
          <a:bodyPr/>
          <a:lstStyle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21" name="Inhaltsplatzhalter 5">
            <a:extLst>
              <a:ext uri="{FF2B5EF4-FFF2-40B4-BE49-F238E27FC236}">
                <a16:creationId xmlns:a16="http://schemas.microsoft.com/office/drawing/2014/main" id="{D23C113A-70A4-411C-B449-319B26A0ED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54240"/>
            <a:ext cx="5180012" cy="4364304"/>
          </a:xfrm>
        </p:spPr>
        <p:txBody>
          <a:bodyPr/>
          <a:lstStyle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2" name="Fußzeilenplatzhalter 6">
            <a:extLst>
              <a:ext uri="{FF2B5EF4-FFF2-40B4-BE49-F238E27FC236}">
                <a16:creationId xmlns:a16="http://schemas.microsoft.com/office/drawing/2014/main" id="{DE82B05C-2D80-63CF-6236-4E5B1CDB1A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602865">
            <a:off x="8609453" y="833518"/>
            <a:ext cx="11665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algn="ctr"/>
            <a:r>
              <a:rPr lang="de-CH" dirty="0"/>
              <a:t>Text Kopfzeile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BD5FAF2-27A4-6C20-5AE2-41CF16B0EF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612" y="1330772"/>
            <a:ext cx="10512425" cy="474623"/>
          </a:xfrm>
        </p:spPr>
        <p:txBody>
          <a:bodyPr anchor="ctr"/>
          <a:lstStyle/>
          <a:p>
            <a:r>
              <a:rPr lang="de-DE" dirty="0"/>
              <a:t>Titel hinzufügen</a:t>
            </a:r>
            <a:endParaRPr lang="de-CH" dirty="0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891B624E-8396-5C69-E7D8-F553DE664BE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6612" y="1813162"/>
            <a:ext cx="10515600" cy="439737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110706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 2 F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6B15855A-43A1-4044-879D-AA7F756813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06316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BE9731-E432-4775-B357-1DD203FB3B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7" y="2280728"/>
            <a:ext cx="5157787" cy="532565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Muster 1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4894A5-0BE6-4323-8E96-E25FADF1AF2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836753"/>
            <a:ext cx="5157787" cy="3881790"/>
          </a:xfrm>
        </p:spPr>
        <p:txBody>
          <a:bodyPr>
            <a:normAutofit/>
          </a:bodyPr>
          <a:lstStyle>
            <a:lvl2pPr marL="457200" indent="0">
              <a:buNone/>
              <a:defRPr sz="1800"/>
            </a:lvl2pPr>
            <a:lvl3pPr>
              <a:defRPr sz="1600"/>
            </a:lvl3pPr>
            <a:lvl4pPr>
              <a:defRPr sz="1400"/>
            </a:lvl4pPr>
            <a:lvl5pPr marL="285750" indent="-285750">
              <a:buFont typeface="Arial" panose="020B0604020202020204" pitchFamily="34" charset="0"/>
              <a:buChar char="•"/>
              <a:defRPr lang="de-CH" sz="16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4"/>
            <a:r>
              <a:rPr lang="de-CH" dirty="0"/>
              <a:t>Mustertext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0977E1-F4B9-4DE5-9C9A-BD3B8366862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9024" y="2280728"/>
            <a:ext cx="5183189" cy="532565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Muster 2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1C1C1D0-143C-479D-B483-B45D25BA748A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836754"/>
            <a:ext cx="5180012" cy="3881789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de-CH" dirty="0"/>
              <a:t>Mustertext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0BDFDC2-B19B-4FD8-961E-62108AF5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FEDB0A-C611-494C-AC4D-A6DDCDF800DC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5CC04F5-507C-4B5E-856E-6F81D701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78D78933-6AD0-7436-F5A4-1356438C20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602865">
            <a:off x="8609453" y="833518"/>
            <a:ext cx="11665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algn="ctr"/>
            <a:r>
              <a:rPr lang="de-CH" dirty="0"/>
              <a:t>Text Kopfzeile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CBB5272-0427-CDFD-37FC-247A239164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612" y="1330772"/>
            <a:ext cx="10512425" cy="474623"/>
          </a:xfrm>
        </p:spPr>
        <p:txBody>
          <a:bodyPr anchor="ctr"/>
          <a:lstStyle/>
          <a:p>
            <a:r>
              <a:rPr lang="de-DE" dirty="0"/>
              <a:t>Titel hinzufügen</a:t>
            </a:r>
            <a:endParaRPr lang="de-CH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72BD90D9-32AC-11CE-A713-AD760940557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36612" y="1813162"/>
            <a:ext cx="10515600" cy="439737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3769630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leich 3 F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6B15855A-43A1-4044-879D-AA7F756813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06316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BE9731-E432-4775-B357-1DD203FB3B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7" y="2280728"/>
            <a:ext cx="3544954" cy="532565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Muster 1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4894A5-0BE6-4323-8E96-E25FADF1AF2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836753"/>
            <a:ext cx="3544954" cy="388179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de-CH" dirty="0"/>
              <a:t>Mustertext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0977E1-F4B9-4DE5-9C9A-BD3B8366862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85585" y="2280728"/>
            <a:ext cx="3162109" cy="532565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Muster 3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1C1C1D0-143C-479D-B483-B45D25BA748A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8185585" y="2836754"/>
            <a:ext cx="3162107" cy="3881789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de-CH" dirty="0"/>
              <a:t>Mustertext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0BDFDC2-B19B-4FD8-961E-62108AF5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FEDB0A-C611-494C-AC4D-A6DDCDF800DC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5CC04F5-507C-4B5E-856E-6F81D701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78D78933-6AD0-7436-F5A4-1356438C20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602865">
            <a:off x="8609453" y="833518"/>
            <a:ext cx="11665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algn="ctr"/>
            <a:r>
              <a:rPr lang="de-CH" dirty="0"/>
              <a:t>Text Kopfzeile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CBB5272-0427-CDFD-37FC-247A239164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612" y="1330772"/>
            <a:ext cx="10512425" cy="474623"/>
          </a:xfrm>
        </p:spPr>
        <p:txBody>
          <a:bodyPr anchor="ctr"/>
          <a:lstStyle/>
          <a:p>
            <a:r>
              <a:rPr lang="de-DE" dirty="0"/>
              <a:t>Titel hinzufügen</a:t>
            </a:r>
            <a:endParaRPr lang="de-CH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72BD90D9-32AC-11CE-A713-AD760940557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36612" y="1813162"/>
            <a:ext cx="10515600" cy="439737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 hinzufügen</a:t>
            </a:r>
          </a:p>
        </p:txBody>
      </p: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93C8B30C-DC5D-1B6C-C056-1EAABCFC000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513499" y="2280728"/>
            <a:ext cx="3544954" cy="532565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Muster 2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BCC7A8FC-EB96-6415-25DD-1361C4DEF5E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513500" y="2836753"/>
            <a:ext cx="3544954" cy="388179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de-DE" dirty="0"/>
              <a:t>Mustertext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05571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leich 4 F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6B15855A-43A1-4044-879D-AA7F756813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06316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BE9731-E432-4775-B357-1DD203FB3B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7" y="2280728"/>
            <a:ext cx="2554927" cy="532565"/>
          </a:xfrm>
        </p:spPr>
        <p:txBody>
          <a:bodyPr anchor="ctr">
            <a:normAutofit/>
          </a:bodyPr>
          <a:lstStyle>
            <a:lvl1pPr marL="0" indent="0">
              <a:buNone/>
              <a:defRPr lang="de-DE" sz="2000" b="1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Muster 1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4894A5-0BE6-4323-8E96-E25FADF1AF2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836753"/>
            <a:ext cx="2554927" cy="3881790"/>
          </a:xfrm>
        </p:spPr>
        <p:txBody>
          <a:bodyPr>
            <a:normAutofit/>
          </a:bodyPr>
          <a:lstStyle>
            <a:lvl1pPr>
              <a:defRPr lang="de-DE" sz="1600" b="0" kern="1200" dirty="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 marL="285750" indent="-285750">
              <a:buFont typeface="Arial" panose="020B0604020202020204" pitchFamily="34" charset="0"/>
              <a:buChar char="•"/>
              <a:defRPr sz="1600"/>
            </a:lvl5pPr>
          </a:lstStyle>
          <a:p>
            <a:pPr lvl="4"/>
            <a:r>
              <a:rPr lang="de-CH" dirty="0"/>
              <a:t>Mustertext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0977E1-F4B9-4DE5-9C9A-BD3B8366862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6596" y="2280728"/>
            <a:ext cx="2567511" cy="532565"/>
          </a:xfrm>
        </p:spPr>
        <p:txBody>
          <a:bodyPr anchor="ctr">
            <a:normAutofit/>
          </a:bodyPr>
          <a:lstStyle>
            <a:lvl1pPr marL="0" indent="0">
              <a:buNone/>
              <a:defRPr lang="de-DE" sz="2000" b="1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Muster 2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1C1C1D0-143C-479D-B483-B45D25BA748A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88179" y="2836753"/>
            <a:ext cx="2565937" cy="3881789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lang="de-DE" sz="1600" b="0" kern="1200" dirty="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de-CH" dirty="0"/>
              <a:t>Mustertext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0BDFDC2-B19B-4FD8-961E-62108AF5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FEDB0A-C611-494C-AC4D-A6DDCDF800DC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5CC04F5-507C-4B5E-856E-6F81D701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78D78933-6AD0-7436-F5A4-1356438C20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602865">
            <a:off x="8609453" y="833518"/>
            <a:ext cx="11665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algn="ctr"/>
            <a:r>
              <a:rPr lang="de-CH" dirty="0"/>
              <a:t>Text Kopfzeile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CBB5272-0427-CDFD-37FC-247A239164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612" y="1330772"/>
            <a:ext cx="10512425" cy="474623"/>
          </a:xfrm>
        </p:spPr>
        <p:txBody>
          <a:bodyPr anchor="ctr"/>
          <a:lstStyle/>
          <a:p>
            <a:r>
              <a:rPr lang="de-DE" dirty="0"/>
              <a:t>Titel hinzufügen</a:t>
            </a:r>
            <a:endParaRPr lang="de-CH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72BD90D9-32AC-11CE-A713-AD760940557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36612" y="1813162"/>
            <a:ext cx="10515600" cy="439737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 hinzufügen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E9CF7500-603E-EFF2-7E68-0CC7354F66D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145989" y="2280728"/>
            <a:ext cx="2554927" cy="532565"/>
          </a:xfrm>
        </p:spPr>
        <p:txBody>
          <a:bodyPr anchor="ctr">
            <a:normAutofit/>
          </a:bodyPr>
          <a:lstStyle>
            <a:lvl1pPr marL="0" indent="0">
              <a:buNone/>
              <a:defRPr lang="de-DE" sz="2000" b="1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Muster 3</a:t>
            </a:r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58E8C65D-27AF-C23E-1CEA-670B3618BCA8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147580" y="2836753"/>
            <a:ext cx="2554927" cy="3881790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lang="de-DE" sz="1600" b="0" kern="1200" dirty="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de-CH" dirty="0"/>
              <a:t>Mustertext</a:t>
            </a:r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377A1AF9-034A-B9FC-0FFC-E15DB21279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83017" y="2280728"/>
            <a:ext cx="2567511" cy="532565"/>
          </a:xfrm>
        </p:spPr>
        <p:txBody>
          <a:bodyPr anchor="ctr">
            <a:normAutofit/>
          </a:bodyPr>
          <a:lstStyle>
            <a:lvl1pPr marL="0" indent="0">
              <a:buNone/>
              <a:defRPr lang="de-DE" sz="2000" b="1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Muster 4</a:t>
            </a:r>
          </a:p>
        </p:txBody>
      </p:sp>
      <p:sp>
        <p:nvSpPr>
          <p:cNvPr id="19" name="Inhaltsplatzhalter 5">
            <a:extLst>
              <a:ext uri="{FF2B5EF4-FFF2-40B4-BE49-F238E27FC236}">
                <a16:creationId xmlns:a16="http://schemas.microsoft.com/office/drawing/2014/main" id="{A3652982-DA6B-1D11-86D5-5822DC4C50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86192" y="2836754"/>
            <a:ext cx="2565937" cy="3881789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lang="de-DE" sz="1600" b="0" kern="1200" dirty="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de-CH" dirty="0"/>
              <a:t>Mustertext</a:t>
            </a:r>
          </a:p>
        </p:txBody>
      </p:sp>
    </p:spTree>
    <p:extLst>
      <p:ext uri="{BB962C8B-B14F-4D97-AF65-F5344CB8AC3E}">
        <p14:creationId xmlns:p14="http://schemas.microsoft.com/office/powerpoint/2010/main" val="3763188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leich 6 F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6B15855A-43A1-4044-879D-AA7F756813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06316"/>
          </a:xfrm>
          <a:prstGeom prst="rect">
            <a:avLst/>
          </a:prstGeom>
        </p:spPr>
      </p:pic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0BDFDC2-B19B-4FD8-961E-62108AF5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FEDB0A-C611-494C-AC4D-A6DDCDF800DC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5CC04F5-507C-4B5E-856E-6F81D701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78D78933-6AD0-7436-F5A4-1356438C20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602865">
            <a:off x="8609453" y="833518"/>
            <a:ext cx="11665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algn="ctr"/>
            <a:r>
              <a:rPr lang="de-CH" dirty="0"/>
              <a:t>Text Kopfzeile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CBB5272-0427-CDFD-37FC-247A239164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612" y="1330772"/>
            <a:ext cx="10512425" cy="474623"/>
          </a:xfrm>
        </p:spPr>
        <p:txBody>
          <a:bodyPr anchor="ctr"/>
          <a:lstStyle/>
          <a:p>
            <a:r>
              <a:rPr lang="de-DE" dirty="0"/>
              <a:t>Titel hinzufügen</a:t>
            </a:r>
            <a:endParaRPr lang="de-CH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72BD90D9-32AC-11CE-A713-AD760940557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36612" y="1813162"/>
            <a:ext cx="10515600" cy="439737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 hinzufügen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D826BE0F-B2F5-7545-077F-D7535028A99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108496" y="2280087"/>
            <a:ext cx="1729125" cy="5325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Muster 4</a:t>
            </a:r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4907D886-06F2-C0E8-DA5C-CD0E9A9C8FD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5792" y="2280087"/>
            <a:ext cx="1729125" cy="5325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Muster 5</a:t>
            </a:r>
          </a:p>
        </p:txBody>
      </p:sp>
      <p:sp>
        <p:nvSpPr>
          <p:cNvPr id="34" name="Textplatzhalter 2">
            <a:extLst>
              <a:ext uri="{FF2B5EF4-FFF2-40B4-BE49-F238E27FC236}">
                <a16:creationId xmlns:a16="http://schemas.microsoft.com/office/drawing/2014/main" id="{8E65D81C-1DF2-510D-E692-54D73293D7E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623087" y="2280087"/>
            <a:ext cx="1729125" cy="5325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Muster6</a:t>
            </a:r>
          </a:p>
        </p:txBody>
      </p:sp>
      <p:sp>
        <p:nvSpPr>
          <p:cNvPr id="36" name="Textplatzhalter 2">
            <a:extLst>
              <a:ext uri="{FF2B5EF4-FFF2-40B4-BE49-F238E27FC236}">
                <a16:creationId xmlns:a16="http://schemas.microsoft.com/office/drawing/2014/main" id="{E8171CD9-4431-6E6E-07D5-3F887B8F2BC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1502" y="2280087"/>
            <a:ext cx="1729125" cy="5325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Muster 1</a:t>
            </a:r>
          </a:p>
        </p:txBody>
      </p:sp>
      <p:sp>
        <p:nvSpPr>
          <p:cNvPr id="38" name="Textplatzhalter 2">
            <a:extLst>
              <a:ext uri="{FF2B5EF4-FFF2-40B4-BE49-F238E27FC236}">
                <a16:creationId xmlns:a16="http://schemas.microsoft.com/office/drawing/2014/main" id="{A124CD64-9BC2-769A-9964-DF05C4FB2746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593907" y="2280087"/>
            <a:ext cx="1729125" cy="5325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Muster 2</a:t>
            </a:r>
          </a:p>
        </p:txBody>
      </p:sp>
      <p:sp>
        <p:nvSpPr>
          <p:cNvPr id="40" name="Textplatzhalter 2">
            <a:extLst>
              <a:ext uri="{FF2B5EF4-FFF2-40B4-BE49-F238E27FC236}">
                <a16:creationId xmlns:a16="http://schemas.microsoft.com/office/drawing/2014/main" id="{639CFF4F-25F0-04D4-E662-1C1DCF6F7D41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351202" y="2280087"/>
            <a:ext cx="1729125" cy="5325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Muster 3</a:t>
            </a:r>
          </a:p>
        </p:txBody>
      </p:sp>
      <p:sp>
        <p:nvSpPr>
          <p:cNvPr id="41" name="Inhaltsplatzhalter 3">
            <a:extLst>
              <a:ext uri="{FF2B5EF4-FFF2-40B4-BE49-F238E27FC236}">
                <a16:creationId xmlns:a16="http://schemas.microsoft.com/office/drawing/2014/main" id="{0A69347B-E3A3-D0F4-4A4B-7EEBE993D52D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4351202" y="2836662"/>
            <a:ext cx="1729125" cy="3881790"/>
          </a:xfrm>
        </p:spPr>
        <p:txBody>
          <a:bodyPr anchor="t"/>
          <a:lstStyle>
            <a:lvl1pPr marL="285750" indent="-285750" algn="l" defTabSz="895350">
              <a:buFont typeface="Arial" panose="020B0604020202020204" pitchFamily="34" charset="0"/>
              <a:buChar char="•"/>
              <a:tabLst/>
              <a:defRPr lang="de-DE" sz="1600" b="0" kern="1200" dirty="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de-CH" dirty="0"/>
              <a:t>Mustertext</a:t>
            </a:r>
            <a:endParaRPr lang="de-DE" dirty="0"/>
          </a:p>
        </p:txBody>
      </p:sp>
      <p:sp>
        <p:nvSpPr>
          <p:cNvPr id="42" name="Inhaltsplatzhalter 3">
            <a:extLst>
              <a:ext uri="{FF2B5EF4-FFF2-40B4-BE49-F238E27FC236}">
                <a16:creationId xmlns:a16="http://schemas.microsoft.com/office/drawing/2014/main" id="{49981A58-22BF-C751-4B12-40CB6BD4CF1C}"/>
              </a:ext>
            </a:extLst>
          </p:cNvPr>
          <p:cNvSpPr>
            <a:spLocks noGrp="1"/>
          </p:cNvSpPr>
          <p:nvPr>
            <p:ph sz="half" idx="33" hasCustomPrompt="1"/>
          </p:nvPr>
        </p:nvSpPr>
        <p:spPr>
          <a:xfrm>
            <a:off x="6108496" y="2836662"/>
            <a:ext cx="1729125" cy="3881790"/>
          </a:xfrm>
        </p:spPr>
        <p:txBody>
          <a:bodyPr anchor="t"/>
          <a:lstStyle>
            <a:lvl1pPr marL="285750" indent="-285750" algn="l" defTabSz="895350">
              <a:buFont typeface="Arial" panose="020B0604020202020204" pitchFamily="34" charset="0"/>
              <a:buChar char="•"/>
              <a:tabLst/>
              <a:defRPr lang="de-DE" sz="1600" b="0" kern="1200" dirty="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de-CH" dirty="0"/>
              <a:t>Mustertext</a:t>
            </a:r>
            <a:endParaRPr lang="de-DE" dirty="0"/>
          </a:p>
        </p:txBody>
      </p:sp>
      <p:sp>
        <p:nvSpPr>
          <p:cNvPr id="43" name="Inhaltsplatzhalter 3">
            <a:extLst>
              <a:ext uri="{FF2B5EF4-FFF2-40B4-BE49-F238E27FC236}">
                <a16:creationId xmlns:a16="http://schemas.microsoft.com/office/drawing/2014/main" id="{081BC2EA-B1A1-9686-F419-2A8F9A30FF05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7865790" y="2836662"/>
            <a:ext cx="1729125" cy="3881790"/>
          </a:xfrm>
        </p:spPr>
        <p:txBody>
          <a:bodyPr anchor="t"/>
          <a:lstStyle>
            <a:lvl1pPr marL="285750" indent="-285750" algn="l" defTabSz="895350">
              <a:buFont typeface="Arial" panose="020B0604020202020204" pitchFamily="34" charset="0"/>
              <a:buChar char="•"/>
              <a:tabLst/>
              <a:defRPr lang="de-DE" sz="1600" b="0" kern="1200" dirty="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de-CH" dirty="0"/>
              <a:t>Mustertext</a:t>
            </a:r>
            <a:endParaRPr lang="de-DE" dirty="0"/>
          </a:p>
        </p:txBody>
      </p:sp>
      <p:sp>
        <p:nvSpPr>
          <p:cNvPr id="44" name="Inhaltsplatzhalter 3">
            <a:extLst>
              <a:ext uri="{FF2B5EF4-FFF2-40B4-BE49-F238E27FC236}">
                <a16:creationId xmlns:a16="http://schemas.microsoft.com/office/drawing/2014/main" id="{2463EB18-8F13-276C-ECC4-72945D8E485C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9623087" y="2836662"/>
            <a:ext cx="1729125" cy="3881790"/>
          </a:xfrm>
        </p:spPr>
        <p:txBody>
          <a:bodyPr anchor="t"/>
          <a:lstStyle>
            <a:lvl1pPr marL="285750" indent="-285750" algn="l" defTabSz="895350">
              <a:buFont typeface="Arial" panose="020B0604020202020204" pitchFamily="34" charset="0"/>
              <a:buChar char="•"/>
              <a:tabLst/>
              <a:defRPr lang="de-DE" sz="1600" b="0" kern="1200" dirty="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de-CH" dirty="0"/>
              <a:t>Mustertext</a:t>
            </a:r>
            <a:endParaRPr lang="de-DE" dirty="0"/>
          </a:p>
        </p:txBody>
      </p:sp>
      <p:sp>
        <p:nvSpPr>
          <p:cNvPr id="45" name="Inhaltsplatzhalter 3">
            <a:extLst>
              <a:ext uri="{FF2B5EF4-FFF2-40B4-BE49-F238E27FC236}">
                <a16:creationId xmlns:a16="http://schemas.microsoft.com/office/drawing/2014/main" id="{B5C40152-C69A-DEA1-94B1-E81C4B271634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2593907" y="2836662"/>
            <a:ext cx="1729125" cy="3881790"/>
          </a:xfrm>
        </p:spPr>
        <p:txBody>
          <a:bodyPr anchor="t"/>
          <a:lstStyle>
            <a:lvl1pPr marL="285750" indent="-285750" algn="l" defTabSz="895350">
              <a:buFont typeface="Arial" panose="020B0604020202020204" pitchFamily="34" charset="0"/>
              <a:buChar char="•"/>
              <a:tabLst/>
              <a:defRPr lang="de-DE" sz="1600" b="0" kern="1200" dirty="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de-CH" dirty="0"/>
              <a:t>Mustertext</a:t>
            </a:r>
            <a:endParaRPr lang="de-DE" dirty="0"/>
          </a:p>
        </p:txBody>
      </p:sp>
      <p:sp>
        <p:nvSpPr>
          <p:cNvPr id="46" name="Inhaltsplatzhalter 3">
            <a:extLst>
              <a:ext uri="{FF2B5EF4-FFF2-40B4-BE49-F238E27FC236}">
                <a16:creationId xmlns:a16="http://schemas.microsoft.com/office/drawing/2014/main" id="{25454AF1-273B-A290-C0B9-C30393ACC627}"/>
              </a:ext>
            </a:extLst>
          </p:cNvPr>
          <p:cNvSpPr>
            <a:spLocks noGrp="1"/>
          </p:cNvSpPr>
          <p:nvPr>
            <p:ph sz="half" idx="37" hasCustomPrompt="1"/>
          </p:nvPr>
        </p:nvSpPr>
        <p:spPr>
          <a:xfrm>
            <a:off x="836610" y="2836662"/>
            <a:ext cx="1729125" cy="3881790"/>
          </a:xfrm>
        </p:spPr>
        <p:txBody>
          <a:bodyPr anchor="t"/>
          <a:lstStyle>
            <a:lvl1pPr marL="285750" indent="-285750" algn="l" defTabSz="895350">
              <a:buFont typeface="Arial" panose="020B0604020202020204" pitchFamily="34" charset="0"/>
              <a:buChar char="•"/>
              <a:tabLst/>
              <a:defRPr lang="de-DE" sz="1600" b="0" kern="1200" dirty="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de-CH" dirty="0"/>
              <a:t>Mustertext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590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401AE037-873B-47E8-81DC-C393615EDA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06316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7FA5C6-E326-45D2-9183-60E46D344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274664"/>
            <a:ext cx="6172200" cy="44438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5BECC23-FF63-4E41-9C1A-87E687E8C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74662"/>
            <a:ext cx="3932237" cy="444388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EEC17F-9F8E-460D-A3E3-096F4F329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3D6C21-448D-4952-8940-910897CAEF2B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EEE481-95C4-47B5-B10E-798C2855B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t>‹Nr.›</a:t>
            </a:fld>
            <a:endParaRPr lang="de-CH"/>
          </a:p>
        </p:txBody>
      </p:sp>
      <p:sp>
        <p:nvSpPr>
          <p:cNvPr id="6" name="Fußzeilenplatzhalter 6">
            <a:extLst>
              <a:ext uri="{FF2B5EF4-FFF2-40B4-BE49-F238E27FC236}">
                <a16:creationId xmlns:a16="http://schemas.microsoft.com/office/drawing/2014/main" id="{918DAD5E-2E59-84AD-74F1-2F672D91C5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602865">
            <a:off x="8609453" y="833518"/>
            <a:ext cx="11665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algn="ctr"/>
            <a:r>
              <a:rPr lang="de-CH" dirty="0"/>
              <a:t>Text Kopfzeile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7971852E-FCDE-4282-C9E8-B846758D5A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612" y="1330772"/>
            <a:ext cx="10512425" cy="474623"/>
          </a:xfrm>
        </p:spPr>
        <p:txBody>
          <a:bodyPr anchor="ctr"/>
          <a:lstStyle/>
          <a:p>
            <a:r>
              <a:rPr lang="de-DE" dirty="0"/>
              <a:t>Titel hinzufügen</a:t>
            </a:r>
            <a:endParaRPr lang="de-CH" dirty="0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64BA5923-F9D8-6124-AF31-40F740A34DC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6612" y="1813162"/>
            <a:ext cx="10515600" cy="439737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2959541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7EE1E24A-3663-41CD-92A1-F2118CA364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06316"/>
          </a:xfrm>
          <a:prstGeom prst="rect">
            <a:avLst/>
          </a:prstGeom>
        </p:spPr>
      </p:pic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95C6B45-A141-4B39-B49F-021A769ECF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274664"/>
            <a:ext cx="6172200" cy="4443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CEF0677-4946-4342-A03F-EE61904DD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74662"/>
            <a:ext cx="3932237" cy="44438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425D7F-7593-4C42-9404-36A94FAB2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1B0903-28FF-490F-B512-D6F303A00D68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50D907E-9463-4FB8-A504-5D42F31A0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t>‹Nr.›</a:t>
            </a:fld>
            <a:endParaRPr lang="de-CH"/>
          </a:p>
        </p:txBody>
      </p:sp>
      <p:sp>
        <p:nvSpPr>
          <p:cNvPr id="6" name="Fußzeilenplatzhalter 6">
            <a:extLst>
              <a:ext uri="{FF2B5EF4-FFF2-40B4-BE49-F238E27FC236}">
                <a16:creationId xmlns:a16="http://schemas.microsoft.com/office/drawing/2014/main" id="{A88D6E7B-79BD-0CFA-48AD-65C07E725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602865">
            <a:off x="8609453" y="833518"/>
            <a:ext cx="11665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algn="ctr"/>
            <a:r>
              <a:rPr lang="de-CH" dirty="0"/>
              <a:t>Text Kopfzeile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CCE937C4-8CE8-A971-3123-4AB9C617AB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612" y="1330772"/>
            <a:ext cx="10512425" cy="474623"/>
          </a:xfrm>
        </p:spPr>
        <p:txBody>
          <a:bodyPr anchor="ctr"/>
          <a:lstStyle/>
          <a:p>
            <a:r>
              <a:rPr lang="de-DE" dirty="0"/>
              <a:t>Titel hinzufügen</a:t>
            </a:r>
            <a:endParaRPr lang="de-CH" dirty="0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63A9870F-8792-60B6-729A-CB30F3E552D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6612" y="1813162"/>
            <a:ext cx="10515600" cy="439737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138718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End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2ED32B7-E9CB-2577-4743-4B14087C19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9491" y="4282036"/>
            <a:ext cx="4760108" cy="2575964"/>
          </a:xfrm>
          <a:prstGeom prst="rect">
            <a:avLst/>
          </a:prstGeom>
        </p:spPr>
      </p:pic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8CB273E6-E0BB-4313-A4DF-E4B81FCBE6C5}"/>
              </a:ext>
            </a:extLst>
          </p:cNvPr>
          <p:cNvCxnSpPr>
            <a:cxnSpLocks/>
          </p:cNvCxnSpPr>
          <p:nvPr userDrawn="1"/>
        </p:nvCxnSpPr>
        <p:spPr>
          <a:xfrm>
            <a:off x="4737401" y="1949937"/>
            <a:ext cx="5664079" cy="957736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 descr="Ein Bild, das Karte enthält.&#10;&#10;Automatisch generierte Beschreibung">
            <a:extLst>
              <a:ext uri="{FF2B5EF4-FFF2-40B4-BE49-F238E27FC236}">
                <a16:creationId xmlns:a16="http://schemas.microsoft.com/office/drawing/2014/main" id="{C24D3428-F736-F006-4BAD-14EE6275501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476" y="1417782"/>
            <a:ext cx="5128524" cy="5440218"/>
          </a:xfrm>
          <a:prstGeom prst="rect">
            <a:avLst/>
          </a:prstGeom>
        </p:spPr>
      </p:pic>
      <p:pic>
        <p:nvPicPr>
          <p:cNvPr id="10" name="Grafik 9" descr="Ein Bild, das drinnen, Foto, sitzend, Spielzeug enthält.&#10;&#10;Automatisch generierte Beschreibung">
            <a:extLst>
              <a:ext uri="{FF2B5EF4-FFF2-40B4-BE49-F238E27FC236}">
                <a16:creationId xmlns:a16="http://schemas.microsoft.com/office/drawing/2014/main" id="{EE0D204F-C369-41A5-9532-5F9A399BCF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27925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E1AA737-CA05-483F-8C37-8B6CC35CB016}"/>
              </a:ext>
            </a:extLst>
          </p:cNvPr>
          <p:cNvSpPr txBox="1"/>
          <p:nvPr userDrawn="1"/>
        </p:nvSpPr>
        <p:spPr>
          <a:xfrm>
            <a:off x="1177619" y="2831606"/>
            <a:ext cx="366738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de-CH" sz="1600" b="1" dirty="0">
                <a:latin typeface="Century Gothic" panose="020B0502020202020204" pitchFamily="34" charset="0"/>
              </a:rPr>
              <a:t>Kontakt</a:t>
            </a:r>
          </a:p>
          <a:p>
            <a:pPr lvl="4" algn="l"/>
            <a:endParaRPr lang="de-CH" sz="1200" b="1" dirty="0">
              <a:latin typeface="Century Gothic" panose="020B0502020202020204" pitchFamily="34" charset="0"/>
            </a:endParaRPr>
          </a:p>
          <a:p>
            <a:pPr lvl="0" algn="l"/>
            <a:r>
              <a:rPr lang="de-CH" sz="1200" b="0" dirty="0">
                <a:latin typeface="Century Gothic" panose="020B0502020202020204" pitchFamily="34" charset="0"/>
              </a:rPr>
              <a:t>IdeeRoth AG</a:t>
            </a:r>
          </a:p>
          <a:p>
            <a:pPr lvl="0" algn="l"/>
            <a:r>
              <a:rPr lang="de-CH" sz="1200" dirty="0">
                <a:latin typeface="Century Gothic" panose="020B0502020202020204" pitchFamily="34" charset="0"/>
              </a:rPr>
              <a:t>Konstruktion Entwicklung Prototypen</a:t>
            </a:r>
          </a:p>
          <a:p>
            <a:pPr lvl="0" algn="l"/>
            <a:r>
              <a:rPr lang="de-CH" sz="1200" dirty="0">
                <a:latin typeface="Century Gothic" panose="020B0502020202020204" pitchFamily="34" charset="0"/>
              </a:rPr>
              <a:t>Hafenstrasse 62</a:t>
            </a:r>
          </a:p>
          <a:p>
            <a:pPr lvl="0" algn="l"/>
            <a:r>
              <a:rPr lang="de-CH" sz="1200" dirty="0">
                <a:latin typeface="Century Gothic" panose="020B0502020202020204" pitchFamily="34" charset="0"/>
              </a:rPr>
              <a:t>CH - 8590 Romanshorn</a:t>
            </a:r>
          </a:p>
          <a:p>
            <a:pPr lvl="0" algn="l"/>
            <a:endParaRPr lang="de-CH" sz="1200" dirty="0">
              <a:latin typeface="Century Gothic" panose="020B0502020202020204" pitchFamily="34" charset="0"/>
            </a:endParaRPr>
          </a:p>
          <a:p>
            <a:pPr lvl="0" algn="l"/>
            <a:r>
              <a:rPr lang="de-CH" sz="1200" dirty="0">
                <a:latin typeface="Century Gothic" panose="020B0502020202020204" pitchFamily="34" charset="0"/>
              </a:rPr>
              <a:t>+41 71 855 88 55</a:t>
            </a:r>
          </a:p>
          <a:p>
            <a:pPr lvl="0" algn="l"/>
            <a:endParaRPr lang="de-CH" sz="1200" dirty="0">
              <a:latin typeface="Century Gothic" panose="020B0502020202020204" pitchFamily="34" charset="0"/>
            </a:endParaRPr>
          </a:p>
          <a:p>
            <a:pPr lvl="0" algn="l"/>
            <a:r>
              <a:rPr lang="de-CH" sz="1200" i="0" u="none" baseline="0" dirty="0" err="1">
                <a:solidFill>
                  <a:srgbClr val="06C645"/>
                </a:solidFill>
                <a:latin typeface="Century Gothic" panose="020B0502020202020204" pitchFamily="34" charset="0"/>
              </a:rPr>
              <a:t>info@iro.swiss</a:t>
            </a:r>
            <a:endParaRPr lang="de-CH" sz="1200" i="0" u="none" baseline="0" dirty="0">
              <a:solidFill>
                <a:srgbClr val="06C645"/>
              </a:solidFill>
              <a:latin typeface="Century Gothic" panose="020B0502020202020204" pitchFamily="34" charset="0"/>
            </a:endParaRPr>
          </a:p>
          <a:p>
            <a:pPr lvl="0" algn="l"/>
            <a:r>
              <a:rPr lang="de-CH" sz="1200" i="0" u="none" kern="1200" baseline="0" dirty="0">
                <a:solidFill>
                  <a:srgbClr val="06C645"/>
                </a:solidFill>
                <a:latin typeface="Century Gothic" panose="020B0502020202020204" pitchFamily="34" charset="0"/>
                <a:ea typeface="+mn-ea"/>
                <a:cs typeface="+mn-cs"/>
              </a:rPr>
              <a:t>www.iro.swiss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44A0B7D-BA9E-4277-AF7C-8EF7B8E64037}"/>
              </a:ext>
            </a:extLst>
          </p:cNvPr>
          <p:cNvSpPr txBox="1"/>
          <p:nvPr userDrawn="1"/>
        </p:nvSpPr>
        <p:spPr>
          <a:xfrm rot="592235">
            <a:off x="8645044" y="1700078"/>
            <a:ext cx="1069976" cy="3341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>
              <a:defRPr sz="11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ctr"/>
            <a:r>
              <a:rPr lang="de-CH" dirty="0" err="1"/>
              <a:t>IRo.swiss</a:t>
            </a:r>
            <a:endParaRPr lang="de-CH" dirty="0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94D6FF5-C71C-4DB4-A225-C2032068B469}"/>
              </a:ext>
            </a:extLst>
          </p:cNvPr>
          <p:cNvCxnSpPr>
            <a:cxnSpLocks/>
          </p:cNvCxnSpPr>
          <p:nvPr userDrawn="1"/>
        </p:nvCxnSpPr>
        <p:spPr>
          <a:xfrm>
            <a:off x="7063476" y="2316484"/>
            <a:ext cx="5128524" cy="87701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183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FB5D93B-CE33-4033-B5FD-33C747657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 hinzufügen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8E6B18-77CC-4364-8CBB-EDA7FF53A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92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5CEA1E-5965-4392-9181-93E3E8B62A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605973">
            <a:off x="10384787" y="1722535"/>
            <a:ext cx="93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67079136-455B-47C4-928A-33681D85A7DA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0D01401-6DFE-429D-96E0-90F8F75EA0FD}"/>
              </a:ext>
            </a:extLst>
          </p:cNvPr>
          <p:cNvSpPr/>
          <p:nvPr userDrawn="1"/>
        </p:nvSpPr>
        <p:spPr>
          <a:xfrm rot="591299">
            <a:off x="10218007" y="1678728"/>
            <a:ext cx="29434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sz="1100" kern="1200" dirty="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rPr>
              <a:t>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450425-F498-4908-A020-9677FE4CD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91738">
            <a:off x="9851186" y="1591102"/>
            <a:ext cx="513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270BAAB2-D29F-4E34-9D1C-9CE0F02D5F58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5" name="Fußzeilenplatzhalter 6">
            <a:extLst>
              <a:ext uri="{FF2B5EF4-FFF2-40B4-BE49-F238E27FC236}">
                <a16:creationId xmlns:a16="http://schemas.microsoft.com/office/drawing/2014/main" id="{77F015A1-D7F1-0F94-D5E5-7B1F37CA3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602865">
            <a:off x="8609453" y="833518"/>
            <a:ext cx="11665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algn="ctr"/>
            <a:r>
              <a:rPr lang="de-CH" dirty="0"/>
              <a:t>Text Kopfzeile</a:t>
            </a:r>
          </a:p>
        </p:txBody>
      </p:sp>
    </p:spTree>
    <p:extLst>
      <p:ext uri="{BB962C8B-B14F-4D97-AF65-F5344CB8AC3E}">
        <p14:creationId xmlns:p14="http://schemas.microsoft.com/office/powerpoint/2010/main" val="1181178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50" r:id="rId4"/>
    <p:sldLayoutId id="2147483660" r:id="rId5"/>
    <p:sldLayoutId id="2147483652" r:id="rId6"/>
    <p:sldLayoutId id="2147483653" r:id="rId7"/>
    <p:sldLayoutId id="2147483663" r:id="rId8"/>
    <p:sldLayoutId id="2147483664" r:id="rId9"/>
    <p:sldLayoutId id="2147483665" r:id="rId10"/>
    <p:sldLayoutId id="2147483656" r:id="rId11"/>
    <p:sldLayoutId id="2147483657" r:id="rId12"/>
    <p:sldLayoutId id="2147483662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26" Type="http://schemas.openxmlformats.org/officeDocument/2006/relationships/tags" Target="../tags/tag29.xml"/><Relationship Id="rId3" Type="http://schemas.openxmlformats.org/officeDocument/2006/relationships/tags" Target="../tags/tag6.xml"/><Relationship Id="rId21" Type="http://schemas.openxmlformats.org/officeDocument/2006/relationships/tags" Target="../tags/tag24.xml"/><Relationship Id="rId34" Type="http://schemas.openxmlformats.org/officeDocument/2006/relationships/slideLayout" Target="../slideLayouts/slideLayout4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5" Type="http://schemas.openxmlformats.org/officeDocument/2006/relationships/tags" Target="../tags/tag28.xml"/><Relationship Id="rId33" Type="http://schemas.openxmlformats.org/officeDocument/2006/relationships/tags" Target="../tags/tag36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tags" Target="../tags/tag23.xml"/><Relationship Id="rId29" Type="http://schemas.openxmlformats.org/officeDocument/2006/relationships/tags" Target="../tags/tag32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24" Type="http://schemas.openxmlformats.org/officeDocument/2006/relationships/tags" Target="../tags/tag27.xml"/><Relationship Id="rId32" Type="http://schemas.openxmlformats.org/officeDocument/2006/relationships/tags" Target="../tags/tag35.xm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tags" Target="../tags/tag26.xml"/><Relationship Id="rId28" Type="http://schemas.openxmlformats.org/officeDocument/2006/relationships/tags" Target="../tags/tag31.xml"/><Relationship Id="rId10" Type="http://schemas.openxmlformats.org/officeDocument/2006/relationships/tags" Target="../tags/tag13.xml"/><Relationship Id="rId19" Type="http://schemas.openxmlformats.org/officeDocument/2006/relationships/tags" Target="../tags/tag22.xml"/><Relationship Id="rId31" Type="http://schemas.openxmlformats.org/officeDocument/2006/relationships/tags" Target="../tags/tag34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tags" Target="../tags/tag25.xml"/><Relationship Id="rId27" Type="http://schemas.openxmlformats.org/officeDocument/2006/relationships/tags" Target="../tags/tag30.xml"/><Relationship Id="rId30" Type="http://schemas.openxmlformats.org/officeDocument/2006/relationships/tags" Target="../tags/tag33.xml"/><Relationship Id="rId8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93D893B-1EBB-6F21-A264-078733755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Mustertitel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C514723-84F6-4368-0CFD-F7F3E52F6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Musteruntertitel mit Projektangabe IRo0000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445C0A6-580D-D0A9-0CEE-C05C5BB745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CH" dirty="0"/>
              <a:t>IRo101 | 12.12.2012</a:t>
            </a:r>
          </a:p>
        </p:txBody>
      </p:sp>
    </p:spTree>
    <p:extLst>
      <p:ext uri="{BB962C8B-B14F-4D97-AF65-F5344CB8AC3E}">
        <p14:creationId xmlns:p14="http://schemas.microsoft.com/office/powerpoint/2010/main" val="1653006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4">
            <a:extLst>
              <a:ext uri="{FF2B5EF4-FFF2-40B4-BE49-F238E27FC236}">
                <a16:creationId xmlns:a16="http://schemas.microsoft.com/office/drawing/2014/main" id="{6C60F51F-0D51-A467-5F7E-5D68BE737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Inhalt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3A260275-BB72-8D52-1C86-C9F428B4E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Um was es geht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EF879B-0D81-4C48-9B50-FEC285598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4942-EC8B-495C-9A98-AD6F56F0FD28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409ABA-4E10-7FDC-E685-7486EAB6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de-CH" dirty="0"/>
              <a:t>Inhalt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EE54AE-237B-E995-5B4A-AEF34E20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pPr/>
              <a:t>2</a:t>
            </a:fld>
            <a:endParaRPr lang="de-CH" dirty="0"/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93949155-109A-C17D-AEFC-95B5496ED8D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CH" dirty="0"/>
              <a:t>Basic </a:t>
            </a:r>
            <a:r>
              <a:rPr lang="de-CH" dirty="0" err="1"/>
              <a:t>elements</a:t>
            </a:r>
            <a:endParaRPr lang="de-CH" dirty="0"/>
          </a:p>
        </p:txBody>
      </p:sp>
      <p:sp>
        <p:nvSpPr>
          <p:cNvPr id="18" name="Inhaltsplatzhalter 17">
            <a:extLst>
              <a:ext uri="{FF2B5EF4-FFF2-40B4-BE49-F238E27FC236}">
                <a16:creationId xmlns:a16="http://schemas.microsoft.com/office/drawing/2014/main" id="{4069C796-21FC-6E68-1D0E-8EB434BE766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CH" dirty="0"/>
              <a:t>Inhalt 1</a:t>
            </a:r>
          </a:p>
        </p:txBody>
      </p: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C4816D95-532D-9F05-B2F0-AAB13C6FD311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de-CH" dirty="0"/>
              <a:t>Inhalt 2</a:t>
            </a:r>
          </a:p>
        </p:txBody>
      </p:sp>
      <p:sp>
        <p:nvSpPr>
          <p:cNvPr id="20" name="Inhaltsplatzhalter 19">
            <a:extLst>
              <a:ext uri="{FF2B5EF4-FFF2-40B4-BE49-F238E27FC236}">
                <a16:creationId xmlns:a16="http://schemas.microsoft.com/office/drawing/2014/main" id="{653B8443-3206-3722-3486-5DCEF3D2973A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de-CH" dirty="0"/>
              <a:t>Inhalt 3</a:t>
            </a:r>
          </a:p>
        </p:txBody>
      </p:sp>
      <p:sp>
        <p:nvSpPr>
          <p:cNvPr id="21" name="Inhaltsplatzhalter 20">
            <a:extLst>
              <a:ext uri="{FF2B5EF4-FFF2-40B4-BE49-F238E27FC236}">
                <a16:creationId xmlns:a16="http://schemas.microsoft.com/office/drawing/2014/main" id="{043B9765-CFF7-165A-CDE0-B435CC9A62E9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CH" dirty="0"/>
              <a:t>Inhalt 4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3F2BD4A3-F465-86F9-368A-C311EC57ED0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de-CH" dirty="0"/>
              <a:t>Inhalt 5</a:t>
            </a:r>
          </a:p>
        </p:txBody>
      </p:sp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2EE3CD3D-95DE-09E9-D6DE-1A594325349B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de-CH" dirty="0"/>
              <a:t>Inhalt 6</a:t>
            </a:r>
          </a:p>
        </p:txBody>
      </p:sp>
      <p:sp>
        <p:nvSpPr>
          <p:cNvPr id="24" name="Inhaltsplatzhalter 23">
            <a:extLst>
              <a:ext uri="{FF2B5EF4-FFF2-40B4-BE49-F238E27FC236}">
                <a16:creationId xmlns:a16="http://schemas.microsoft.com/office/drawing/2014/main" id="{C1AE7F7B-6697-4403-81EB-B20BE80414EF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de-CH" dirty="0"/>
              <a:t>Inhalt 7</a:t>
            </a:r>
          </a:p>
        </p:txBody>
      </p:sp>
    </p:spTree>
    <p:extLst>
      <p:ext uri="{BB962C8B-B14F-4D97-AF65-F5344CB8AC3E}">
        <p14:creationId xmlns:p14="http://schemas.microsoft.com/office/powerpoint/2010/main" val="2185898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3FFE7B-52FA-168C-A0A2-570B024D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4942-EC8B-495C-9A98-AD6F56F0FD28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4EB02A-454C-55CA-A554-252716EB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pPr/>
              <a:t>3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DFEAE3-45A3-54EB-9A78-A38BED3C6D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CH" dirty="0"/>
              <a:t>Elements</a:t>
            </a:r>
          </a:p>
        </p:txBody>
      </p:sp>
      <p:sp>
        <p:nvSpPr>
          <p:cNvPr id="11" name="Titel 2">
            <a:extLst>
              <a:ext uri="{FF2B5EF4-FFF2-40B4-BE49-F238E27FC236}">
                <a16:creationId xmlns:a16="http://schemas.microsoft.com/office/drawing/2014/main" id="{45A7173E-A53B-E339-E1FE-F482A039A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598" y="914324"/>
            <a:ext cx="11474449" cy="6985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Basic elements</a:t>
            </a:r>
            <a:br>
              <a:rPr lang="en-US" dirty="0"/>
            </a:br>
            <a:r>
              <a:rPr lang="en-US" sz="2200" b="0" dirty="0">
                <a:solidFill>
                  <a:schemeClr val="tx1">
                    <a:tint val="75000"/>
                  </a:schemeClr>
                </a:solidFill>
                <a:ea typeface="+mn-ea"/>
                <a:cs typeface="+mn-cs"/>
              </a:rPr>
              <a:t>lines, arrows and shapes</a:t>
            </a:r>
            <a:endParaRPr lang="de-DE" sz="2200" b="0" dirty="0">
              <a:solidFill>
                <a:schemeClr val="tx1">
                  <a:tint val="75000"/>
                </a:schemeClr>
              </a:solidFill>
              <a:ea typeface="+mn-ea"/>
              <a:cs typeface="+mn-cs"/>
            </a:endParaRPr>
          </a:p>
        </p:txBody>
      </p:sp>
      <p:sp>
        <p:nvSpPr>
          <p:cNvPr id="13" name="Rechteck 9">
            <a:extLst>
              <a:ext uri="{FF2B5EF4-FFF2-40B4-BE49-F238E27FC236}">
                <a16:creationId xmlns:a16="http://schemas.microsoft.com/office/drawing/2014/main" id="{C5C1E871-E9DE-3695-987F-AA439ED02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1" y="1824490"/>
            <a:ext cx="1113578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latin typeface="Century Gothic" panose="020B0502020202020204" pitchFamily="34" charset="0"/>
              </a:rPr>
              <a:t>Please use graphic elements similar to these: </a:t>
            </a:r>
          </a:p>
        </p:txBody>
      </p:sp>
      <p:grpSp>
        <p:nvGrpSpPr>
          <p:cNvPr id="14" name="Gruppierung 7">
            <a:extLst>
              <a:ext uri="{FF2B5EF4-FFF2-40B4-BE49-F238E27FC236}">
                <a16:creationId xmlns:a16="http://schemas.microsoft.com/office/drawing/2014/main" id="{F7AE03B7-275E-5018-B2A3-EF1469FD2754}"/>
              </a:ext>
            </a:extLst>
          </p:cNvPr>
          <p:cNvGrpSpPr/>
          <p:nvPr/>
        </p:nvGrpSpPr>
        <p:grpSpPr>
          <a:xfrm>
            <a:off x="351749" y="4330384"/>
            <a:ext cx="4634855" cy="377864"/>
            <a:chOff x="381347" y="4181029"/>
            <a:chExt cx="3505200" cy="422275"/>
          </a:xfrm>
          <a:solidFill>
            <a:srgbClr val="09C948"/>
          </a:solidFill>
        </p:grpSpPr>
        <p:sp>
          <p:nvSpPr>
            <p:cNvPr id="18" name="AutoShape 169">
              <a:extLst>
                <a:ext uri="{FF2B5EF4-FFF2-40B4-BE49-F238E27FC236}">
                  <a16:creationId xmlns:a16="http://schemas.microsoft.com/office/drawing/2014/main" id="{E5B0C3DF-CEE9-8036-0D3F-50A16B49C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9110" y="4181029"/>
              <a:ext cx="1087437" cy="422275"/>
            </a:xfrm>
            <a:prstGeom prst="homePlate">
              <a:avLst>
                <a:gd name="adj" fmla="val 64380"/>
              </a:avLst>
            </a:prstGeom>
            <a:grpFill/>
            <a:ln w="2857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defRPr/>
              </a:pPr>
              <a:r>
                <a:rPr lang="de-DE" sz="1600" dirty="0">
                  <a:solidFill>
                    <a:schemeClr val="bg1"/>
                  </a:solidFill>
                  <a:latin typeface="Century Gothic" panose="020B0502020202020204" pitchFamily="34" charset="0"/>
                  <a:ea typeface="Calibri"/>
                </a:rPr>
                <a:t>Arrow 4</a:t>
              </a:r>
            </a:p>
          </p:txBody>
        </p:sp>
        <p:sp>
          <p:nvSpPr>
            <p:cNvPr id="19" name="AutoShape 170">
              <a:extLst>
                <a:ext uri="{FF2B5EF4-FFF2-40B4-BE49-F238E27FC236}">
                  <a16:creationId xmlns:a16="http://schemas.microsoft.com/office/drawing/2014/main" id="{0BF6D7D3-BF32-7E36-6708-51CB5F970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135" y="4181029"/>
              <a:ext cx="1087437" cy="422275"/>
            </a:xfrm>
            <a:prstGeom prst="homePlate">
              <a:avLst>
                <a:gd name="adj" fmla="val 64380"/>
              </a:avLst>
            </a:prstGeom>
            <a:grpFill/>
            <a:ln w="2857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defRPr/>
              </a:pPr>
              <a:r>
                <a:rPr lang="de-DE" sz="1600" dirty="0">
                  <a:solidFill>
                    <a:schemeClr val="bg1"/>
                  </a:solidFill>
                  <a:latin typeface="Century Gothic" panose="020B0502020202020204" pitchFamily="34" charset="0"/>
                  <a:ea typeface="Calibri"/>
                </a:rPr>
                <a:t>Arrow 3</a:t>
              </a:r>
            </a:p>
          </p:txBody>
        </p:sp>
        <p:sp>
          <p:nvSpPr>
            <p:cNvPr id="20" name="AutoShape 171">
              <a:extLst>
                <a:ext uri="{FF2B5EF4-FFF2-40B4-BE49-F238E27FC236}">
                  <a16:creationId xmlns:a16="http://schemas.microsoft.com/office/drawing/2014/main" id="{78A035AA-AB7B-E7F0-FEE5-79A71D21D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1447" y="4181029"/>
              <a:ext cx="1089025" cy="422275"/>
            </a:xfrm>
            <a:prstGeom prst="homePlate">
              <a:avLst>
                <a:gd name="adj" fmla="val 64474"/>
              </a:avLst>
            </a:prstGeom>
            <a:grpFill/>
            <a:ln w="2857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defRPr/>
              </a:pPr>
              <a:r>
                <a:rPr lang="de-DE" sz="1600" dirty="0">
                  <a:solidFill>
                    <a:schemeClr val="bg1"/>
                  </a:solidFill>
                  <a:latin typeface="Century Gothic" panose="020B0502020202020204" pitchFamily="34" charset="0"/>
                  <a:ea typeface="Calibri"/>
                </a:rPr>
                <a:t>Arrow2</a:t>
              </a:r>
              <a:endParaRPr lang="de-DE" sz="2000" dirty="0">
                <a:solidFill>
                  <a:schemeClr val="bg1"/>
                </a:solidFill>
                <a:latin typeface="Century Gothic" panose="020B0502020202020204" pitchFamily="34" charset="0"/>
                <a:ea typeface="Calibri"/>
              </a:endParaRPr>
            </a:p>
          </p:txBody>
        </p:sp>
        <p:sp>
          <p:nvSpPr>
            <p:cNvPr id="21" name="AutoShape 172">
              <a:extLst>
                <a:ext uri="{FF2B5EF4-FFF2-40B4-BE49-F238E27FC236}">
                  <a16:creationId xmlns:a16="http://schemas.microsoft.com/office/drawing/2014/main" id="{78B1C8B7-242C-F224-BBC6-25162D706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47" y="4181029"/>
              <a:ext cx="1087438" cy="422275"/>
            </a:xfrm>
            <a:prstGeom prst="homePlate">
              <a:avLst>
                <a:gd name="adj" fmla="val 64380"/>
              </a:avLst>
            </a:prstGeom>
            <a:grpFill/>
            <a:ln w="2857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defRPr/>
              </a:pPr>
              <a:r>
                <a:rPr lang="de-DE" sz="1600" dirty="0">
                  <a:solidFill>
                    <a:schemeClr val="bg1"/>
                  </a:solidFill>
                  <a:latin typeface="Century Gothic" panose="020B0502020202020204" pitchFamily="34" charset="0"/>
                  <a:ea typeface="Calibri"/>
                </a:rPr>
                <a:t>Arrow1</a:t>
              </a:r>
              <a:endParaRPr lang="de-DE" dirty="0">
                <a:solidFill>
                  <a:schemeClr val="bg1"/>
                </a:solidFill>
                <a:latin typeface="Century Gothic" panose="020B0502020202020204" pitchFamily="34" charset="0"/>
                <a:ea typeface="Calibri"/>
              </a:endParaRPr>
            </a:p>
          </p:txBody>
        </p:sp>
      </p:grpSp>
      <p:grpSp>
        <p:nvGrpSpPr>
          <p:cNvPr id="27" name="Gruppierung 9">
            <a:extLst>
              <a:ext uri="{FF2B5EF4-FFF2-40B4-BE49-F238E27FC236}">
                <a16:creationId xmlns:a16="http://schemas.microsoft.com/office/drawing/2014/main" id="{780CCFE8-75A9-A9EC-5F29-62BD0A35344F}"/>
              </a:ext>
            </a:extLst>
          </p:cNvPr>
          <p:cNvGrpSpPr/>
          <p:nvPr/>
        </p:nvGrpSpPr>
        <p:grpSpPr>
          <a:xfrm>
            <a:off x="351749" y="4901351"/>
            <a:ext cx="4634855" cy="377864"/>
            <a:chOff x="381347" y="5241479"/>
            <a:chExt cx="3505200" cy="422275"/>
          </a:xfrm>
          <a:solidFill>
            <a:srgbClr val="A6A6A6"/>
          </a:solidFill>
        </p:grpSpPr>
        <p:sp>
          <p:nvSpPr>
            <p:cNvPr id="28" name="AutoShape 177">
              <a:extLst>
                <a:ext uri="{FF2B5EF4-FFF2-40B4-BE49-F238E27FC236}">
                  <a16:creationId xmlns:a16="http://schemas.microsoft.com/office/drawing/2014/main" id="{3EFA6505-1651-2EB1-2E5A-7FA598C4D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9110" y="5241479"/>
              <a:ext cx="1087437" cy="422275"/>
            </a:xfrm>
            <a:prstGeom prst="homePlate">
              <a:avLst>
                <a:gd name="adj" fmla="val 64380"/>
              </a:avLst>
            </a:prstGeom>
            <a:grpFill/>
            <a:ln w="2857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defRPr/>
              </a:pPr>
              <a:r>
                <a:rPr lang="de-DE" sz="1600" dirty="0">
                  <a:solidFill>
                    <a:schemeClr val="bg1"/>
                  </a:solidFill>
                  <a:latin typeface="Century Gothic" panose="020B0502020202020204" pitchFamily="34" charset="0"/>
                  <a:ea typeface="Calibri"/>
                </a:rPr>
                <a:t>Arrow 4</a:t>
              </a:r>
            </a:p>
          </p:txBody>
        </p:sp>
        <p:sp>
          <p:nvSpPr>
            <p:cNvPr id="29" name="AutoShape 178">
              <a:extLst>
                <a:ext uri="{FF2B5EF4-FFF2-40B4-BE49-F238E27FC236}">
                  <a16:creationId xmlns:a16="http://schemas.microsoft.com/office/drawing/2014/main" id="{61FF13D1-F010-057E-4029-86DC10DBD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135" y="5241479"/>
              <a:ext cx="1087437" cy="422275"/>
            </a:xfrm>
            <a:prstGeom prst="homePlate">
              <a:avLst>
                <a:gd name="adj" fmla="val 64380"/>
              </a:avLst>
            </a:prstGeom>
            <a:grpFill/>
            <a:ln w="2857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defRPr/>
              </a:pPr>
              <a:r>
                <a:rPr lang="de-DE" sz="1600" dirty="0">
                  <a:solidFill>
                    <a:schemeClr val="bg1"/>
                  </a:solidFill>
                  <a:latin typeface="Century Gothic" panose="020B0502020202020204" pitchFamily="34" charset="0"/>
                  <a:ea typeface="Calibri"/>
                </a:rPr>
                <a:t>Arrow 3</a:t>
              </a:r>
            </a:p>
          </p:txBody>
        </p:sp>
        <p:sp>
          <p:nvSpPr>
            <p:cNvPr id="30" name="AutoShape 179">
              <a:extLst>
                <a:ext uri="{FF2B5EF4-FFF2-40B4-BE49-F238E27FC236}">
                  <a16:creationId xmlns:a16="http://schemas.microsoft.com/office/drawing/2014/main" id="{5B21D381-05D0-28FD-FD74-0241654B3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1447" y="5241479"/>
              <a:ext cx="1089025" cy="422275"/>
            </a:xfrm>
            <a:prstGeom prst="homePlate">
              <a:avLst>
                <a:gd name="adj" fmla="val 64474"/>
              </a:avLst>
            </a:prstGeom>
            <a:grpFill/>
            <a:ln w="2857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defRPr/>
              </a:pPr>
              <a:r>
                <a:rPr lang="de-DE" sz="1600" dirty="0">
                  <a:solidFill>
                    <a:schemeClr val="bg1"/>
                  </a:solidFill>
                  <a:latin typeface="Century Gothic" panose="020B0502020202020204" pitchFamily="34" charset="0"/>
                  <a:ea typeface="Calibri"/>
                </a:rPr>
                <a:t>Arrow 2</a:t>
              </a:r>
            </a:p>
          </p:txBody>
        </p:sp>
        <p:sp>
          <p:nvSpPr>
            <p:cNvPr id="31" name="AutoShape 180">
              <a:extLst>
                <a:ext uri="{FF2B5EF4-FFF2-40B4-BE49-F238E27FC236}">
                  <a16:creationId xmlns:a16="http://schemas.microsoft.com/office/drawing/2014/main" id="{17F37436-C6BF-48A9-A7D4-8B5E5E481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47" y="5241479"/>
              <a:ext cx="1087438" cy="422275"/>
            </a:xfrm>
            <a:prstGeom prst="homePlate">
              <a:avLst>
                <a:gd name="adj" fmla="val 64380"/>
              </a:avLst>
            </a:prstGeom>
            <a:grpFill/>
            <a:ln w="2857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defRPr/>
              </a:pPr>
              <a:r>
                <a:rPr lang="de-DE" sz="1600" dirty="0">
                  <a:solidFill>
                    <a:schemeClr val="bg1"/>
                  </a:solidFill>
                  <a:latin typeface="Century Gothic" panose="020B0502020202020204" pitchFamily="34" charset="0"/>
                  <a:ea typeface="Calibri"/>
                </a:rPr>
                <a:t>Arrow 1</a:t>
              </a:r>
            </a:p>
          </p:txBody>
        </p:sp>
      </p:grpSp>
      <p:sp>
        <p:nvSpPr>
          <p:cNvPr id="32" name="AutoShape 182">
            <a:extLst>
              <a:ext uri="{FF2B5EF4-FFF2-40B4-BE49-F238E27FC236}">
                <a16:creationId xmlns:a16="http://schemas.microsoft.com/office/drawing/2014/main" id="{14EA6FAA-A9AD-2BE4-7103-830C646014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67265" y="4483296"/>
            <a:ext cx="757767" cy="642430"/>
          </a:xfrm>
          <a:prstGeom prst="triangle">
            <a:avLst>
              <a:gd name="adj" fmla="val 50000"/>
            </a:avLst>
          </a:prstGeom>
          <a:solidFill>
            <a:srgbClr val="09C948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de-DE" altLang="en-US" sz="1400">
              <a:solidFill>
                <a:schemeClr val="lt1"/>
              </a:solidFill>
              <a:latin typeface="Century Gothic" panose="020B0502020202020204" pitchFamily="34" charset="0"/>
            </a:endParaRPr>
          </a:p>
        </p:txBody>
      </p:sp>
      <p:sp>
        <p:nvSpPr>
          <p:cNvPr id="33" name="Rectangle 196">
            <a:extLst>
              <a:ext uri="{FF2B5EF4-FFF2-40B4-BE49-F238E27FC236}">
                <a16:creationId xmlns:a16="http://schemas.microsoft.com/office/drawing/2014/main" id="{9D16D916-D41B-C8A0-C569-8EECE66E2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118" y="2400223"/>
            <a:ext cx="2686049" cy="431800"/>
          </a:xfrm>
          <a:prstGeom prst="rect">
            <a:avLst/>
          </a:prstGeom>
          <a:solidFill>
            <a:srgbClr val="09C948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1400" dirty="0">
                <a:solidFill>
                  <a:schemeClr val="lt1"/>
                </a:solidFill>
                <a:latin typeface="Century Gothic" panose="020B0502020202020204" pitchFamily="34" charset="0"/>
              </a:rPr>
              <a:t>TEXT FIELD</a:t>
            </a:r>
          </a:p>
        </p:txBody>
      </p:sp>
      <p:sp>
        <p:nvSpPr>
          <p:cNvPr id="34" name="Rectangle 198">
            <a:extLst>
              <a:ext uri="{FF2B5EF4-FFF2-40B4-BE49-F238E27FC236}">
                <a16:creationId xmlns:a16="http://schemas.microsoft.com/office/drawing/2014/main" id="{015902D7-FFB7-D498-9CBA-9BD5F611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118" y="3553806"/>
            <a:ext cx="2688167" cy="431800"/>
          </a:xfrm>
          <a:prstGeom prst="rect">
            <a:avLst/>
          </a:prstGeom>
          <a:solidFill>
            <a:srgbClr val="A6A6A6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lt1"/>
                </a:solidFill>
                <a:latin typeface="Century Gothic" panose="020B0502020202020204" pitchFamily="34" charset="0"/>
              </a:rPr>
              <a:t>TEXT FIELD</a:t>
            </a:r>
          </a:p>
        </p:txBody>
      </p:sp>
      <p:sp>
        <p:nvSpPr>
          <p:cNvPr id="35" name="Rectangle 199">
            <a:extLst>
              <a:ext uri="{FF2B5EF4-FFF2-40B4-BE49-F238E27FC236}">
                <a16:creationId xmlns:a16="http://schemas.microsoft.com/office/drawing/2014/main" id="{6AEAA695-B7B3-A9CF-745C-26F057F8E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118" y="2978073"/>
            <a:ext cx="2688167" cy="431800"/>
          </a:xfrm>
          <a:prstGeom prst="rect">
            <a:avLst/>
          </a:prstGeom>
          <a:solidFill>
            <a:srgbClr val="09C948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lt1"/>
                </a:solidFill>
                <a:latin typeface="Century Gothic" panose="020B0502020202020204" pitchFamily="34" charset="0"/>
              </a:rPr>
              <a:t>TEXT FIELD</a:t>
            </a:r>
          </a:p>
        </p:txBody>
      </p:sp>
      <p:sp>
        <p:nvSpPr>
          <p:cNvPr id="36" name="Line 206">
            <a:extLst>
              <a:ext uri="{FF2B5EF4-FFF2-40B4-BE49-F238E27FC236}">
                <a16:creationId xmlns:a16="http://schemas.microsoft.com/office/drawing/2014/main" id="{92E172FB-6F2E-1BF7-B1A3-8C56F9A7E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2585" y="2474306"/>
            <a:ext cx="2491316" cy="0"/>
          </a:xfrm>
          <a:prstGeom prst="line">
            <a:avLst/>
          </a:prstGeom>
          <a:noFill/>
          <a:ln w="9525">
            <a:solidFill>
              <a:srgbClr val="4B4B4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 sz="2400">
              <a:latin typeface="Century Gothic" panose="020B0502020202020204" pitchFamily="34" charset="0"/>
              <a:ea typeface="Calibri"/>
            </a:endParaRPr>
          </a:p>
        </p:txBody>
      </p:sp>
      <p:sp>
        <p:nvSpPr>
          <p:cNvPr id="37" name="Line 207">
            <a:extLst>
              <a:ext uri="{FF2B5EF4-FFF2-40B4-BE49-F238E27FC236}">
                <a16:creationId xmlns:a16="http://schemas.microsoft.com/office/drawing/2014/main" id="{B8802D36-0359-A026-6694-36C4941B14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2585" y="2652106"/>
            <a:ext cx="2491316" cy="0"/>
          </a:xfrm>
          <a:prstGeom prst="line">
            <a:avLst/>
          </a:prstGeom>
          <a:noFill/>
          <a:ln w="19050">
            <a:solidFill>
              <a:srgbClr val="4B4B4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 sz="2400">
              <a:latin typeface="Century Gothic" panose="020B0502020202020204" pitchFamily="34" charset="0"/>
              <a:ea typeface="Calibri"/>
            </a:endParaRPr>
          </a:p>
        </p:txBody>
      </p:sp>
      <p:sp>
        <p:nvSpPr>
          <p:cNvPr id="38" name="Line 208">
            <a:extLst>
              <a:ext uri="{FF2B5EF4-FFF2-40B4-BE49-F238E27FC236}">
                <a16:creationId xmlns:a16="http://schemas.microsoft.com/office/drawing/2014/main" id="{547EA5AB-28D7-E6B8-F569-D6E56625CD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2584" y="2829906"/>
            <a:ext cx="2497667" cy="0"/>
          </a:xfrm>
          <a:prstGeom prst="line">
            <a:avLst/>
          </a:prstGeom>
          <a:noFill/>
          <a:ln w="38100">
            <a:solidFill>
              <a:srgbClr val="4B4B4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 sz="2400">
              <a:latin typeface="Century Gothic" panose="020B0502020202020204" pitchFamily="34" charset="0"/>
              <a:ea typeface="Calibri"/>
            </a:endParaRPr>
          </a:p>
        </p:txBody>
      </p:sp>
      <p:sp>
        <p:nvSpPr>
          <p:cNvPr id="39" name="Line 209">
            <a:extLst>
              <a:ext uri="{FF2B5EF4-FFF2-40B4-BE49-F238E27FC236}">
                <a16:creationId xmlns:a16="http://schemas.microsoft.com/office/drawing/2014/main" id="{9C7433AC-A818-0D26-D7EB-29B92512CF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2585" y="3365423"/>
            <a:ext cx="2499783" cy="0"/>
          </a:xfrm>
          <a:prstGeom prst="line">
            <a:avLst/>
          </a:prstGeom>
          <a:noFill/>
          <a:ln w="19050">
            <a:solidFill>
              <a:srgbClr val="4B4B4B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 sz="2400">
              <a:latin typeface="Century Gothic" panose="020B0502020202020204" pitchFamily="34" charset="0"/>
              <a:ea typeface="Calibri"/>
            </a:endParaRPr>
          </a:p>
        </p:txBody>
      </p:sp>
      <p:sp>
        <p:nvSpPr>
          <p:cNvPr id="40" name="Line 210">
            <a:extLst>
              <a:ext uri="{FF2B5EF4-FFF2-40B4-BE49-F238E27FC236}">
                <a16:creationId xmlns:a16="http://schemas.microsoft.com/office/drawing/2014/main" id="{CECD7563-6D03-DD86-F677-AE648FDB2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2585" y="3007706"/>
            <a:ext cx="2499783" cy="0"/>
          </a:xfrm>
          <a:prstGeom prst="line">
            <a:avLst/>
          </a:prstGeom>
          <a:noFill/>
          <a:ln w="19050">
            <a:solidFill>
              <a:srgbClr val="4B4B4B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 sz="2400">
              <a:latin typeface="Century Gothic" panose="020B0502020202020204" pitchFamily="34" charset="0"/>
              <a:ea typeface="Calibri"/>
            </a:endParaRPr>
          </a:p>
        </p:txBody>
      </p:sp>
      <p:sp>
        <p:nvSpPr>
          <p:cNvPr id="41" name="Line 211">
            <a:extLst>
              <a:ext uri="{FF2B5EF4-FFF2-40B4-BE49-F238E27FC236}">
                <a16:creationId xmlns:a16="http://schemas.microsoft.com/office/drawing/2014/main" id="{5329ED9F-69D7-F0B4-70DD-387A1E3BCA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2584" y="3185506"/>
            <a:ext cx="2438400" cy="0"/>
          </a:xfrm>
          <a:prstGeom prst="line">
            <a:avLst/>
          </a:prstGeom>
          <a:noFill/>
          <a:ln w="19050">
            <a:solidFill>
              <a:srgbClr val="4B4B4B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 sz="2400">
              <a:latin typeface="Century Gothic" panose="020B0502020202020204" pitchFamily="34" charset="0"/>
              <a:ea typeface="Calibri"/>
            </a:endParaRPr>
          </a:p>
        </p:txBody>
      </p:sp>
      <p:grpSp>
        <p:nvGrpSpPr>
          <p:cNvPr id="42" name="Gruppierung 6">
            <a:extLst>
              <a:ext uri="{FF2B5EF4-FFF2-40B4-BE49-F238E27FC236}">
                <a16:creationId xmlns:a16="http://schemas.microsoft.com/office/drawing/2014/main" id="{EA6D16FC-ED3E-B8DB-FDC7-35957094F772}"/>
              </a:ext>
            </a:extLst>
          </p:cNvPr>
          <p:cNvGrpSpPr>
            <a:grpSpLocks/>
          </p:cNvGrpSpPr>
          <p:nvPr/>
        </p:nvGrpSpPr>
        <p:grpSpPr bwMode="auto">
          <a:xfrm>
            <a:off x="9167285" y="2474306"/>
            <a:ext cx="2499783" cy="891117"/>
            <a:chOff x="6444010" y="2466529"/>
            <a:chExt cx="1874837" cy="890587"/>
          </a:xfrm>
        </p:grpSpPr>
        <p:sp>
          <p:nvSpPr>
            <p:cNvPr id="43" name="Line 212">
              <a:extLst>
                <a:ext uri="{FF2B5EF4-FFF2-40B4-BE49-F238E27FC236}">
                  <a16:creationId xmlns:a16="http://schemas.microsoft.com/office/drawing/2014/main" id="{1EC95357-7739-AF28-0DF2-425AC6C651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4010" y="2466529"/>
              <a:ext cx="18684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de-DE" sz="2400">
                <a:latin typeface="Century Gothic" panose="020B0502020202020204" pitchFamily="34" charset="0"/>
                <a:ea typeface="Calibri"/>
              </a:endParaRPr>
            </a:p>
          </p:txBody>
        </p:sp>
        <p:sp>
          <p:nvSpPr>
            <p:cNvPr id="44" name="Line 213">
              <a:extLst>
                <a:ext uri="{FF2B5EF4-FFF2-40B4-BE49-F238E27FC236}">
                  <a16:creationId xmlns:a16="http://schemas.microsoft.com/office/drawing/2014/main" id="{95DCC882-9DFA-69DD-B6EE-5570547F4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4010" y="2644223"/>
              <a:ext cx="18684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de-DE" sz="2400">
                <a:latin typeface="Century Gothic" panose="020B0502020202020204" pitchFamily="34" charset="0"/>
                <a:ea typeface="Calibri"/>
              </a:endParaRPr>
            </a:p>
          </p:txBody>
        </p:sp>
        <p:sp>
          <p:nvSpPr>
            <p:cNvPr id="45" name="Line 214">
              <a:extLst>
                <a:ext uri="{FF2B5EF4-FFF2-40B4-BE49-F238E27FC236}">
                  <a16:creationId xmlns:a16="http://schemas.microsoft.com/office/drawing/2014/main" id="{6FEAB9E1-2A0F-1BA9-A090-0723BBC7F0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4010" y="2821917"/>
              <a:ext cx="18732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de-DE" sz="2400">
                <a:latin typeface="Century Gothic" panose="020B0502020202020204" pitchFamily="34" charset="0"/>
                <a:ea typeface="Calibri"/>
              </a:endParaRPr>
            </a:p>
          </p:txBody>
        </p:sp>
        <p:sp>
          <p:nvSpPr>
            <p:cNvPr id="46" name="Line 215">
              <a:extLst>
                <a:ext uri="{FF2B5EF4-FFF2-40B4-BE49-F238E27FC236}">
                  <a16:creationId xmlns:a16="http://schemas.microsoft.com/office/drawing/2014/main" id="{151555B0-4513-4EE2-4F5A-F6956BD4F8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4010" y="3357116"/>
              <a:ext cx="18748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de-DE" sz="2400">
                <a:latin typeface="Century Gothic" panose="020B0502020202020204" pitchFamily="34" charset="0"/>
                <a:ea typeface="Calibri"/>
              </a:endParaRPr>
            </a:p>
          </p:txBody>
        </p:sp>
        <p:sp>
          <p:nvSpPr>
            <p:cNvPr id="47" name="Line 216">
              <a:extLst>
                <a:ext uri="{FF2B5EF4-FFF2-40B4-BE49-F238E27FC236}">
                  <a16:creationId xmlns:a16="http://schemas.microsoft.com/office/drawing/2014/main" id="{335FE7A6-6885-8762-8A0C-34DCAA7495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4010" y="2999612"/>
              <a:ext cx="18748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de-DE" sz="2400">
                <a:latin typeface="Century Gothic" panose="020B0502020202020204" pitchFamily="34" charset="0"/>
                <a:ea typeface="Calibri"/>
              </a:endParaRPr>
            </a:p>
          </p:txBody>
        </p:sp>
        <p:sp>
          <p:nvSpPr>
            <p:cNvPr id="48" name="Line 217">
              <a:extLst>
                <a:ext uri="{FF2B5EF4-FFF2-40B4-BE49-F238E27FC236}">
                  <a16:creationId xmlns:a16="http://schemas.microsoft.com/office/drawing/2014/main" id="{212D6B90-410E-4EDA-9A7A-0DE87B7289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4010" y="3177306"/>
              <a:ext cx="18367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de-DE" sz="2400">
                <a:latin typeface="Century Gothic" panose="020B0502020202020204" pitchFamily="34" charset="0"/>
                <a:ea typeface="Calibri"/>
              </a:endParaRPr>
            </a:p>
          </p:txBody>
        </p:sp>
      </p:grpSp>
      <p:sp>
        <p:nvSpPr>
          <p:cNvPr id="52" name="Line 212">
            <a:extLst>
              <a:ext uri="{FF2B5EF4-FFF2-40B4-BE49-F238E27FC236}">
                <a16:creationId xmlns:a16="http://schemas.microsoft.com/office/drawing/2014/main" id="{5A352689-D248-308E-1C78-6E510F1E8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9934" y="2474306"/>
            <a:ext cx="2491317" cy="0"/>
          </a:xfrm>
          <a:prstGeom prst="line">
            <a:avLst/>
          </a:prstGeom>
          <a:noFill/>
          <a:ln w="9525">
            <a:solidFill>
              <a:srgbClr val="7C7C7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 sz="2400">
              <a:latin typeface="Century Gothic" panose="020B0502020202020204" pitchFamily="34" charset="0"/>
              <a:ea typeface="Calibri"/>
            </a:endParaRPr>
          </a:p>
        </p:txBody>
      </p:sp>
      <p:sp>
        <p:nvSpPr>
          <p:cNvPr id="53" name="Line 213">
            <a:extLst>
              <a:ext uri="{FF2B5EF4-FFF2-40B4-BE49-F238E27FC236}">
                <a16:creationId xmlns:a16="http://schemas.microsoft.com/office/drawing/2014/main" id="{9AE89B38-C2C7-6701-026F-EE5C420FED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9934" y="2652106"/>
            <a:ext cx="2491317" cy="0"/>
          </a:xfrm>
          <a:prstGeom prst="line">
            <a:avLst/>
          </a:prstGeom>
          <a:noFill/>
          <a:ln w="19050">
            <a:solidFill>
              <a:srgbClr val="7C7C7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 sz="2400">
              <a:latin typeface="Century Gothic" panose="020B0502020202020204" pitchFamily="34" charset="0"/>
              <a:ea typeface="Calibri"/>
            </a:endParaRPr>
          </a:p>
        </p:txBody>
      </p:sp>
      <p:sp>
        <p:nvSpPr>
          <p:cNvPr id="54" name="Line 214">
            <a:extLst>
              <a:ext uri="{FF2B5EF4-FFF2-40B4-BE49-F238E27FC236}">
                <a16:creationId xmlns:a16="http://schemas.microsoft.com/office/drawing/2014/main" id="{C7A974F9-9397-9AA1-C147-CBF1D23222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9933" y="2829906"/>
            <a:ext cx="2497667" cy="0"/>
          </a:xfrm>
          <a:prstGeom prst="line">
            <a:avLst/>
          </a:prstGeom>
          <a:noFill/>
          <a:ln w="38100">
            <a:solidFill>
              <a:srgbClr val="7C7C7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 sz="2400">
              <a:latin typeface="Century Gothic" panose="020B0502020202020204" pitchFamily="34" charset="0"/>
              <a:ea typeface="Calibri"/>
            </a:endParaRPr>
          </a:p>
        </p:txBody>
      </p:sp>
      <p:sp>
        <p:nvSpPr>
          <p:cNvPr id="55" name="Line 215">
            <a:extLst>
              <a:ext uri="{FF2B5EF4-FFF2-40B4-BE49-F238E27FC236}">
                <a16:creationId xmlns:a16="http://schemas.microsoft.com/office/drawing/2014/main" id="{8D5C0F28-5A76-8775-1B30-D739F18632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9933" y="3365423"/>
            <a:ext cx="2499784" cy="0"/>
          </a:xfrm>
          <a:prstGeom prst="line">
            <a:avLst/>
          </a:prstGeom>
          <a:noFill/>
          <a:ln w="19050">
            <a:solidFill>
              <a:srgbClr val="7C7C7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 sz="2400">
              <a:latin typeface="Century Gothic" panose="020B0502020202020204" pitchFamily="34" charset="0"/>
              <a:ea typeface="Calibri"/>
            </a:endParaRPr>
          </a:p>
        </p:txBody>
      </p:sp>
      <p:sp>
        <p:nvSpPr>
          <p:cNvPr id="56" name="Line 216">
            <a:extLst>
              <a:ext uri="{FF2B5EF4-FFF2-40B4-BE49-F238E27FC236}">
                <a16:creationId xmlns:a16="http://schemas.microsoft.com/office/drawing/2014/main" id="{A025CBED-713D-9F1E-AEDC-541DECD997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9933" y="3007706"/>
            <a:ext cx="2499784" cy="0"/>
          </a:xfrm>
          <a:prstGeom prst="line">
            <a:avLst/>
          </a:prstGeom>
          <a:noFill/>
          <a:ln w="19050">
            <a:solidFill>
              <a:srgbClr val="7C7C7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 sz="2400">
              <a:latin typeface="Century Gothic" panose="020B0502020202020204" pitchFamily="34" charset="0"/>
              <a:ea typeface="Calibri"/>
            </a:endParaRPr>
          </a:p>
        </p:txBody>
      </p:sp>
      <p:sp>
        <p:nvSpPr>
          <p:cNvPr id="57" name="Line 217">
            <a:extLst>
              <a:ext uri="{FF2B5EF4-FFF2-40B4-BE49-F238E27FC236}">
                <a16:creationId xmlns:a16="http://schemas.microsoft.com/office/drawing/2014/main" id="{B87F595F-3228-D5D1-4014-6EBF32CF06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9933" y="3185506"/>
            <a:ext cx="2448984" cy="0"/>
          </a:xfrm>
          <a:prstGeom prst="line">
            <a:avLst/>
          </a:prstGeom>
          <a:noFill/>
          <a:ln w="19050">
            <a:solidFill>
              <a:srgbClr val="7C7C7C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 sz="2400">
              <a:latin typeface="Century Gothic" panose="020B0502020202020204" pitchFamily="34" charset="0"/>
              <a:ea typeface="Calibri"/>
            </a:endParaRPr>
          </a:p>
        </p:txBody>
      </p:sp>
      <p:sp>
        <p:nvSpPr>
          <p:cNvPr id="58" name="AutoShape 182">
            <a:extLst>
              <a:ext uri="{FF2B5EF4-FFF2-40B4-BE49-F238E27FC236}">
                <a16:creationId xmlns:a16="http://schemas.microsoft.com/office/drawing/2014/main" id="{5FA6BF15-4A76-D1C7-F6B3-0A579689118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9521488" y="4488408"/>
            <a:ext cx="757767" cy="642430"/>
          </a:xfrm>
          <a:prstGeom prst="triangle">
            <a:avLst>
              <a:gd name="adj" fmla="val 50000"/>
            </a:avLst>
          </a:prstGeom>
          <a:solidFill>
            <a:srgbClr val="09C948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>
              <a:solidFill>
                <a:schemeClr val="l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9" name="AutoShape 182">
            <a:extLst>
              <a:ext uri="{FF2B5EF4-FFF2-40B4-BE49-F238E27FC236}">
                <a16:creationId xmlns:a16="http://schemas.microsoft.com/office/drawing/2014/main" id="{CA7E975B-E977-ED0A-A324-6857C96D986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0577704" y="4488408"/>
            <a:ext cx="757767" cy="642430"/>
          </a:xfrm>
          <a:prstGeom prst="triangle">
            <a:avLst>
              <a:gd name="adj" fmla="val 50000"/>
            </a:avLst>
          </a:prstGeom>
          <a:solidFill>
            <a:srgbClr val="A6A6A6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400">
              <a:solidFill>
                <a:schemeClr val="lt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60" name="Gruppierung 99">
            <a:extLst>
              <a:ext uri="{FF2B5EF4-FFF2-40B4-BE49-F238E27FC236}">
                <a16:creationId xmlns:a16="http://schemas.microsoft.com/office/drawing/2014/main" id="{83D09FEE-BFBA-DCFA-A772-4015715829A7}"/>
              </a:ext>
            </a:extLst>
          </p:cNvPr>
          <p:cNvGrpSpPr/>
          <p:nvPr/>
        </p:nvGrpSpPr>
        <p:grpSpPr>
          <a:xfrm>
            <a:off x="5279909" y="4326189"/>
            <a:ext cx="2363755" cy="386255"/>
            <a:chOff x="6444208" y="4717604"/>
            <a:chExt cx="1938139" cy="422275"/>
          </a:xfrm>
          <a:solidFill>
            <a:srgbClr val="09C948"/>
          </a:solidFill>
        </p:grpSpPr>
        <p:sp>
          <p:nvSpPr>
            <p:cNvPr id="61" name="AutoShape 191">
              <a:extLst>
                <a:ext uri="{FF2B5EF4-FFF2-40B4-BE49-F238E27FC236}">
                  <a16:creationId xmlns:a16="http://schemas.microsoft.com/office/drawing/2014/main" id="{F90C6B9D-0268-BE1C-F8B5-EB923FB94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4910" y="4717604"/>
              <a:ext cx="1087437" cy="422275"/>
            </a:xfrm>
            <a:prstGeom prst="homePlate">
              <a:avLst>
                <a:gd name="adj" fmla="val 64380"/>
              </a:avLst>
            </a:prstGeom>
            <a:grpFill/>
            <a:ln w="2857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de-DE" sz="1600" dirty="0" err="1">
                  <a:solidFill>
                    <a:schemeClr val="bg1"/>
                  </a:solidFill>
                  <a:latin typeface="Century Gothic" panose="020B0502020202020204" pitchFamily="34" charset="0"/>
                </a:rPr>
                <a:t>vvv</a:t>
              </a:r>
              <a:endParaRPr lang="de-DE" sz="16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62" name="AutoShape 191">
              <a:extLst>
                <a:ext uri="{FF2B5EF4-FFF2-40B4-BE49-F238E27FC236}">
                  <a16:creationId xmlns:a16="http://schemas.microsoft.com/office/drawing/2014/main" id="{7836F183-D395-5AE1-C09F-A02CBEA14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4717604"/>
              <a:ext cx="864095" cy="422275"/>
            </a:xfrm>
            <a:prstGeom prst="homePlate">
              <a:avLst>
                <a:gd name="adj" fmla="val 0"/>
              </a:avLst>
            </a:prstGeom>
            <a:grpFill/>
            <a:ln w="2857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de-DE" sz="1600" dirty="0" err="1">
                  <a:solidFill>
                    <a:schemeClr val="bg1"/>
                  </a:solidFill>
                  <a:latin typeface="Century Gothic" panose="020B0502020202020204" pitchFamily="34" charset="0"/>
                </a:rPr>
                <a:t>vvv</a:t>
              </a:r>
              <a:endParaRPr lang="de-DE" sz="24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63" name="Gruppierung 102">
            <a:extLst>
              <a:ext uri="{FF2B5EF4-FFF2-40B4-BE49-F238E27FC236}">
                <a16:creationId xmlns:a16="http://schemas.microsoft.com/office/drawing/2014/main" id="{5236147B-C34E-4FB2-B516-400FDB8AA55F}"/>
              </a:ext>
            </a:extLst>
          </p:cNvPr>
          <p:cNvGrpSpPr/>
          <p:nvPr/>
        </p:nvGrpSpPr>
        <p:grpSpPr>
          <a:xfrm>
            <a:off x="5279909" y="4897156"/>
            <a:ext cx="2363755" cy="386255"/>
            <a:chOff x="6444208" y="4717604"/>
            <a:chExt cx="1938139" cy="422275"/>
          </a:xfrm>
          <a:solidFill>
            <a:schemeClr val="accent3"/>
          </a:solidFill>
        </p:grpSpPr>
        <p:sp>
          <p:nvSpPr>
            <p:cNvPr id="64" name="AutoShape 191">
              <a:extLst>
                <a:ext uri="{FF2B5EF4-FFF2-40B4-BE49-F238E27FC236}">
                  <a16:creationId xmlns:a16="http://schemas.microsoft.com/office/drawing/2014/main" id="{EF53F70B-DB35-DE46-CEFF-34BDA7AF7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4910" y="4717604"/>
              <a:ext cx="1087437" cy="422275"/>
            </a:xfrm>
            <a:prstGeom prst="homePlate">
              <a:avLst>
                <a:gd name="adj" fmla="val 64380"/>
              </a:avLst>
            </a:prstGeom>
            <a:grpFill/>
            <a:ln w="2857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de-DE" sz="1600" dirty="0" err="1">
                  <a:solidFill>
                    <a:schemeClr val="bg1"/>
                  </a:solidFill>
                  <a:latin typeface="Century Gothic" panose="020B0502020202020204" pitchFamily="34" charset="0"/>
                </a:rPr>
                <a:t>vvv</a:t>
              </a:r>
              <a:endParaRPr lang="de-DE" sz="24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65" name="AutoShape 191">
              <a:extLst>
                <a:ext uri="{FF2B5EF4-FFF2-40B4-BE49-F238E27FC236}">
                  <a16:creationId xmlns:a16="http://schemas.microsoft.com/office/drawing/2014/main" id="{CE323F15-6EE6-BAD8-462C-AB69FC1F8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4717604"/>
              <a:ext cx="864095" cy="422275"/>
            </a:xfrm>
            <a:prstGeom prst="homePlate">
              <a:avLst>
                <a:gd name="adj" fmla="val 0"/>
              </a:avLst>
            </a:prstGeom>
            <a:grpFill/>
            <a:ln w="2857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de-DE" sz="1600" dirty="0" err="1">
                  <a:solidFill>
                    <a:schemeClr val="bg1"/>
                  </a:solidFill>
                  <a:latin typeface="Century Gothic" panose="020B0502020202020204" pitchFamily="34" charset="0"/>
                </a:rPr>
                <a:t>vvv</a:t>
              </a:r>
              <a:endParaRPr lang="de-DE" sz="16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66" name="Inhaltsplatzhalter 5">
            <a:extLst>
              <a:ext uri="{FF2B5EF4-FFF2-40B4-BE49-F238E27FC236}">
                <a16:creationId xmlns:a16="http://schemas.microsoft.com/office/drawing/2014/main" id="{44C817E2-90AD-E69D-830A-000CEBC0AFE7}"/>
              </a:ext>
            </a:extLst>
          </p:cNvPr>
          <p:cNvSpPr txBox="1">
            <a:spLocks/>
          </p:cNvSpPr>
          <p:nvPr/>
        </p:nvSpPr>
        <p:spPr bwMode="auto">
          <a:xfrm>
            <a:off x="383118" y="5580591"/>
            <a:ext cx="11474449" cy="683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ts val="633"/>
              </a:spcBef>
              <a:buClr>
                <a:srgbClr val="EFB900"/>
              </a:buClr>
              <a:buNone/>
            </a:pPr>
            <a:r>
              <a:rPr lang="en-US" altLang="en-US" dirty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Small graphic elements can be integrated into the body copy like this:</a:t>
            </a:r>
          </a:p>
          <a:p>
            <a:pPr eaLnBrk="1" hangingPunct="1">
              <a:lnSpc>
                <a:spcPct val="95000"/>
              </a:lnSpc>
              <a:spcBef>
                <a:spcPts val="633"/>
              </a:spcBef>
              <a:buClr>
                <a:srgbClr val="EFB900"/>
              </a:buClr>
              <a:buNone/>
            </a:pPr>
            <a:r>
              <a:rPr lang="en-US" altLang="en-US" dirty="0" err="1">
                <a:latin typeface="Wingdings" panose="05000000000000000000" pitchFamily="2" charset="2"/>
                <a:ea typeface="ＭＳ Ｐゴシック" panose="020B0600070205080204" pitchFamily="34" charset="-128"/>
                <a:cs typeface="Wingdings" panose="05000000000000000000" pitchFamily="2" charset="2"/>
              </a:rPr>
              <a:t>ßàáâãäåæ</a:t>
            </a:r>
            <a:r>
              <a:rPr lang="en-US" altLang="en-US" dirty="0">
                <a:latin typeface="Wingdings" panose="05000000000000000000" pitchFamily="2" charset="2"/>
                <a:ea typeface="ＭＳ Ｐゴシック" panose="020B0600070205080204" pitchFamily="34" charset="-128"/>
                <a:cs typeface="Wingdings" panose="05000000000000000000" pitchFamily="2" charset="2"/>
              </a:rPr>
              <a:t> </a:t>
            </a:r>
            <a:r>
              <a:rPr lang="en-US" altLang="en-US" dirty="0" err="1">
                <a:latin typeface="Wingdings" panose="05000000000000000000" pitchFamily="2" charset="2"/>
                <a:ea typeface="ＭＳ Ｐゴシック" panose="020B0600070205080204" pitchFamily="34" charset="-128"/>
                <a:cs typeface="Wingdings" panose="05000000000000000000" pitchFamily="2" charset="2"/>
              </a:rPr>
              <a:t>çèéêëìíî</a:t>
            </a:r>
            <a:r>
              <a:rPr lang="en-US" altLang="en-US" dirty="0">
                <a:latin typeface="Wingdings" panose="05000000000000000000" pitchFamily="2" charset="2"/>
                <a:ea typeface="ＭＳ Ｐゴシック" panose="020B0600070205080204" pitchFamily="34" charset="-128"/>
                <a:cs typeface="Wingdings" panose="05000000000000000000" pitchFamily="2" charset="2"/>
              </a:rPr>
              <a:t> </a:t>
            </a:r>
            <a:r>
              <a:rPr lang="en-US" altLang="en-US" dirty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(Font: Wingdings in the same type size)</a:t>
            </a:r>
          </a:p>
        </p:txBody>
      </p:sp>
      <p:sp>
        <p:nvSpPr>
          <p:cNvPr id="67" name="OTLSHAPE_TB_00000000000000000000000000000000_TodayMarkerShape">
            <a:extLst>
              <a:ext uri="{FF2B5EF4-FFF2-40B4-BE49-F238E27FC236}">
                <a16:creationId xmlns:a16="http://schemas.microsoft.com/office/drawing/2014/main" id="{10D835FA-B5C9-C2E8-5493-ECC980D2BE9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402513" y="3794225"/>
            <a:ext cx="138303" cy="139700"/>
          </a:xfrm>
          <a:prstGeom prst="triangle">
            <a:avLst/>
          </a:prstGeom>
          <a:solidFill>
            <a:srgbClr val="03A928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TLSHAPE_M_a3f90804e51e4c47826f02c014f6235b_Shape">
            <a:extLst>
              <a:ext uri="{FF2B5EF4-FFF2-40B4-BE49-F238E27FC236}">
                <a16:creationId xmlns:a16="http://schemas.microsoft.com/office/drawing/2014/main" id="{0EA4E00C-82AE-3B5C-00F7-329B7B3F82C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034498" y="3711993"/>
            <a:ext cx="218152" cy="304165"/>
          </a:xfrm>
          <a:prstGeom prst="chevron">
            <a:avLst>
              <a:gd name="adj" fmla="val 30000"/>
            </a:avLst>
          </a:prstGeom>
          <a:solidFill>
            <a:srgbClr val="03A928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9" name="OTLSHAPE_M_a3f90804e51e4c47826f02c014f6235b_Shape">
            <a:extLst>
              <a:ext uri="{FF2B5EF4-FFF2-40B4-BE49-F238E27FC236}">
                <a16:creationId xmlns:a16="http://schemas.microsoft.com/office/drawing/2014/main" id="{CE1E94ED-D0D6-7A5A-FA65-F74B2F65100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flipH="1">
            <a:off x="11238295" y="3711993"/>
            <a:ext cx="211770" cy="304165"/>
          </a:xfrm>
          <a:prstGeom prst="chevron">
            <a:avLst>
              <a:gd name="adj" fmla="val 30000"/>
            </a:avLst>
          </a:prstGeom>
          <a:solidFill>
            <a:srgbClr val="03A928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00700DDC-FD5E-3DC3-52AE-8805E64E7B96}"/>
              </a:ext>
            </a:extLst>
          </p:cNvPr>
          <p:cNvSpPr/>
          <p:nvPr/>
        </p:nvSpPr>
        <p:spPr>
          <a:xfrm>
            <a:off x="10991494" y="3786922"/>
            <a:ext cx="144645" cy="154306"/>
          </a:xfrm>
          <a:prstGeom prst="rect">
            <a:avLst/>
          </a:prstGeom>
          <a:solidFill>
            <a:srgbClr val="03A928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5A6A48FB-54AC-82F5-2FA1-D6E72BE09497}"/>
              </a:ext>
            </a:extLst>
          </p:cNvPr>
          <p:cNvSpPr/>
          <p:nvPr/>
        </p:nvSpPr>
        <p:spPr>
          <a:xfrm>
            <a:off x="10696986" y="3786922"/>
            <a:ext cx="144645" cy="154306"/>
          </a:xfrm>
          <a:prstGeom prst="rect">
            <a:avLst/>
          </a:prstGeom>
          <a:solidFill>
            <a:srgbClr val="03A928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72" name="Grafik 71" descr="Bildergebnis für rotes x">
            <a:extLst>
              <a:ext uri="{FF2B5EF4-FFF2-40B4-BE49-F238E27FC236}">
                <a16:creationId xmlns:a16="http://schemas.microsoft.com/office/drawing/2014/main" id="{638988FF-D132-AEA6-7E6B-66D3650CFE30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67" b="8725"/>
          <a:stretch/>
        </p:blipFill>
        <p:spPr bwMode="auto">
          <a:xfrm>
            <a:off x="7462177" y="3652402"/>
            <a:ext cx="519430" cy="4552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3" name="Grafik 72" descr="Bildergebnis für rotes x">
            <a:extLst>
              <a:ext uri="{FF2B5EF4-FFF2-40B4-BE49-F238E27FC236}">
                <a16:creationId xmlns:a16="http://schemas.microsoft.com/office/drawing/2014/main" id="{63F9FB91-EBCE-9855-6BBD-4DAD5E1D8416}"/>
              </a:ext>
            </a:extLst>
          </p:cNvPr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0" t="-1" r="52401" b="4428"/>
          <a:stretch/>
        </p:blipFill>
        <p:spPr bwMode="auto">
          <a:xfrm>
            <a:off x="8279766" y="3649227"/>
            <a:ext cx="451485" cy="45847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25128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602FEC-FE8D-85E0-2C0A-65592953F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4942-EC8B-495C-9A98-AD6F56F0FD28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ED16C8-26A4-39EF-7C83-9D709F36F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pPr/>
              <a:t>4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87ADC-522A-EF98-4113-A2EA48CBD2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CH" dirty="0"/>
              <a:t>Inhalt 1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BCBCA380-671E-EC84-F378-0A5D508EC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Zwischentitel Inhalt 1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3CDBF2D-BEE6-16B7-2D60-DE427CA65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Zwischenuntertitel Inhalt 1</a:t>
            </a:r>
          </a:p>
        </p:txBody>
      </p:sp>
    </p:spTree>
    <p:extLst>
      <p:ext uri="{BB962C8B-B14F-4D97-AF65-F5344CB8AC3E}">
        <p14:creationId xmlns:p14="http://schemas.microsoft.com/office/powerpoint/2010/main" val="1309507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3FFE7B-52FA-168C-A0A2-570B024D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4942-EC8B-495C-9A98-AD6F56F0FD28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4EB02A-454C-55CA-A554-252716EB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pPr/>
              <a:t>5</a:t>
            </a:fld>
            <a:endParaRPr lang="de-CH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BD303F23-7C1E-5030-667B-610A2B7C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CH" dirty="0"/>
              <a:t>Inhalt 1 - Thema Teil 1</a:t>
            </a:r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6AF081AA-1404-DC3E-15DB-68A88F9C4C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CH" sz="1600" dirty="0"/>
              <a:t>Lorem ipsum dolor sit amet, </a:t>
            </a:r>
            <a:r>
              <a:rPr lang="de-CH" sz="1600" dirty="0" err="1"/>
              <a:t>consectetur</a:t>
            </a:r>
            <a:r>
              <a:rPr lang="de-CH" sz="1600" dirty="0"/>
              <a:t> </a:t>
            </a:r>
            <a:r>
              <a:rPr lang="de-CH" sz="1600" dirty="0" err="1"/>
              <a:t>adipiscing</a:t>
            </a:r>
            <a:r>
              <a:rPr lang="de-CH" sz="1600" dirty="0"/>
              <a:t> </a:t>
            </a:r>
            <a:r>
              <a:rPr lang="de-CH" sz="1600" dirty="0" err="1"/>
              <a:t>elit</a:t>
            </a:r>
            <a:r>
              <a:rPr lang="de-CH" sz="1600" dirty="0"/>
              <a:t>. </a:t>
            </a:r>
            <a:r>
              <a:rPr lang="de-CH" sz="1600" dirty="0" err="1"/>
              <a:t>Donec</a:t>
            </a:r>
            <a:r>
              <a:rPr lang="de-CH" sz="1600" dirty="0"/>
              <a:t> non </a:t>
            </a:r>
            <a:r>
              <a:rPr lang="de-CH" sz="1600" dirty="0" err="1"/>
              <a:t>laoreet</a:t>
            </a:r>
            <a:r>
              <a:rPr lang="de-CH" sz="1600" dirty="0"/>
              <a:t> </a:t>
            </a:r>
            <a:r>
              <a:rPr lang="de-CH" sz="1600" dirty="0" err="1"/>
              <a:t>sapien</a:t>
            </a:r>
            <a:r>
              <a:rPr lang="de-CH" sz="1600" dirty="0"/>
              <a:t>, sed </a:t>
            </a:r>
            <a:r>
              <a:rPr lang="de-CH" sz="1600" dirty="0" err="1"/>
              <a:t>porttitor</a:t>
            </a:r>
            <a:r>
              <a:rPr lang="de-CH" sz="1600" dirty="0"/>
              <a:t> </a:t>
            </a:r>
            <a:r>
              <a:rPr lang="de-CH" sz="1600" dirty="0" err="1"/>
              <a:t>urna</a:t>
            </a:r>
            <a:r>
              <a:rPr lang="de-CH" sz="1600" dirty="0"/>
              <a:t>. </a:t>
            </a:r>
            <a:r>
              <a:rPr lang="de-CH" sz="1600" dirty="0" err="1"/>
              <a:t>Quisque</a:t>
            </a:r>
            <a:r>
              <a:rPr lang="de-CH" sz="1600" dirty="0"/>
              <a:t> </a:t>
            </a:r>
            <a:r>
              <a:rPr lang="de-CH" sz="1600" dirty="0" err="1"/>
              <a:t>ultricies</a:t>
            </a:r>
            <a:r>
              <a:rPr lang="de-CH" sz="1600" dirty="0"/>
              <a:t> </a:t>
            </a:r>
            <a:r>
              <a:rPr lang="de-CH" sz="1600" dirty="0" err="1"/>
              <a:t>ullamcorper</a:t>
            </a:r>
            <a:r>
              <a:rPr lang="de-CH" sz="1600" dirty="0"/>
              <a:t> ex. </a:t>
            </a:r>
            <a:r>
              <a:rPr lang="de-CH" sz="1600" dirty="0" err="1"/>
              <a:t>Donec</a:t>
            </a:r>
            <a:r>
              <a:rPr lang="de-CH" sz="1600" dirty="0"/>
              <a:t> </a:t>
            </a:r>
            <a:r>
              <a:rPr lang="de-CH" sz="1600" dirty="0" err="1"/>
              <a:t>quis</a:t>
            </a:r>
            <a:r>
              <a:rPr lang="de-CH" sz="1600" dirty="0"/>
              <a:t> </a:t>
            </a:r>
            <a:r>
              <a:rPr lang="de-CH" sz="1600" dirty="0" err="1"/>
              <a:t>fringilla</a:t>
            </a:r>
            <a:r>
              <a:rPr lang="de-CH" sz="1600" dirty="0"/>
              <a:t> </a:t>
            </a:r>
            <a:r>
              <a:rPr lang="de-CH" sz="1600" dirty="0" err="1"/>
              <a:t>neque</a:t>
            </a:r>
            <a:r>
              <a:rPr lang="de-CH" sz="1600" dirty="0"/>
              <a:t>. </a:t>
            </a:r>
            <a:r>
              <a:rPr lang="de-CH" sz="1600" dirty="0" err="1"/>
              <a:t>Fusce</a:t>
            </a:r>
            <a:r>
              <a:rPr lang="de-CH" sz="1600" dirty="0"/>
              <a:t> </a:t>
            </a:r>
            <a:r>
              <a:rPr lang="de-CH" sz="1600" dirty="0" err="1"/>
              <a:t>nec</a:t>
            </a:r>
            <a:r>
              <a:rPr lang="de-CH" sz="1600" dirty="0"/>
              <a:t> </a:t>
            </a:r>
            <a:r>
              <a:rPr lang="de-CH" sz="1600" dirty="0" err="1"/>
              <a:t>mollis</a:t>
            </a:r>
            <a:r>
              <a:rPr lang="de-CH" sz="1600" dirty="0"/>
              <a:t> </a:t>
            </a:r>
            <a:r>
              <a:rPr lang="de-CH" sz="1600" dirty="0" err="1"/>
              <a:t>lorem</a:t>
            </a:r>
            <a:r>
              <a:rPr lang="de-CH" sz="1600" dirty="0"/>
              <a:t>. </a:t>
            </a:r>
            <a:r>
              <a:rPr lang="de-CH" sz="1600" dirty="0" err="1"/>
              <a:t>Suspendisse</a:t>
            </a:r>
            <a:r>
              <a:rPr lang="de-CH" sz="1600" dirty="0"/>
              <a:t> </a:t>
            </a:r>
            <a:r>
              <a:rPr lang="de-CH" sz="1600" dirty="0" err="1"/>
              <a:t>porta</a:t>
            </a:r>
            <a:r>
              <a:rPr lang="de-CH" sz="1600" dirty="0"/>
              <a:t> non </a:t>
            </a:r>
            <a:r>
              <a:rPr lang="de-CH" sz="1600" dirty="0" err="1"/>
              <a:t>lorem</a:t>
            </a:r>
            <a:r>
              <a:rPr lang="de-CH" sz="1600" dirty="0"/>
              <a:t> </a:t>
            </a:r>
            <a:r>
              <a:rPr lang="de-CH" sz="1600" dirty="0" err="1"/>
              <a:t>vitae</a:t>
            </a:r>
            <a:r>
              <a:rPr lang="de-CH" sz="1600" dirty="0"/>
              <a:t> </a:t>
            </a:r>
            <a:r>
              <a:rPr lang="de-CH" sz="1600" dirty="0" err="1"/>
              <a:t>bibendum</a:t>
            </a:r>
            <a:r>
              <a:rPr lang="de-CH" sz="1600" dirty="0"/>
              <a:t>. </a:t>
            </a:r>
            <a:r>
              <a:rPr lang="de-CH" sz="1600" dirty="0" err="1"/>
              <a:t>Curabitur</a:t>
            </a:r>
            <a:r>
              <a:rPr lang="de-CH" sz="1600" dirty="0"/>
              <a:t> at </a:t>
            </a:r>
            <a:r>
              <a:rPr lang="de-CH" sz="1600" dirty="0" err="1"/>
              <a:t>tincidunt</a:t>
            </a:r>
            <a:r>
              <a:rPr lang="de-CH" sz="1600" dirty="0"/>
              <a:t> </a:t>
            </a:r>
            <a:r>
              <a:rPr lang="de-CH" sz="1600" dirty="0" err="1"/>
              <a:t>turpis</a:t>
            </a:r>
            <a:r>
              <a:rPr lang="de-CH" sz="1600" dirty="0"/>
              <a:t>, sed </a:t>
            </a:r>
            <a:r>
              <a:rPr lang="de-CH" sz="1600" dirty="0" err="1"/>
              <a:t>bibendum</a:t>
            </a:r>
            <a:r>
              <a:rPr lang="de-CH" sz="1600" dirty="0"/>
              <a:t> quam. In </a:t>
            </a:r>
            <a:r>
              <a:rPr lang="de-CH" sz="1600" dirty="0" err="1"/>
              <a:t>aliquet</a:t>
            </a:r>
            <a:r>
              <a:rPr lang="de-CH" sz="1600" dirty="0"/>
              <a:t> </a:t>
            </a:r>
            <a:r>
              <a:rPr lang="de-CH" sz="1600" dirty="0" err="1"/>
              <a:t>imperdiet</a:t>
            </a:r>
            <a:r>
              <a:rPr lang="de-CH" sz="1600" dirty="0"/>
              <a:t> </a:t>
            </a:r>
            <a:r>
              <a:rPr lang="de-CH" sz="1600" dirty="0" err="1"/>
              <a:t>nibh</a:t>
            </a:r>
            <a:r>
              <a:rPr lang="de-CH" sz="1600" dirty="0"/>
              <a:t> </a:t>
            </a:r>
            <a:r>
              <a:rPr lang="de-CH" sz="1600" dirty="0" err="1"/>
              <a:t>ac</a:t>
            </a:r>
            <a:r>
              <a:rPr lang="de-CH" sz="1600" dirty="0"/>
              <a:t> </a:t>
            </a:r>
            <a:r>
              <a:rPr lang="de-CH" sz="1600" dirty="0" err="1"/>
              <a:t>lacinia</a:t>
            </a:r>
            <a:r>
              <a:rPr lang="de-CH" sz="1600" dirty="0"/>
              <a:t>. Sed </a:t>
            </a:r>
            <a:r>
              <a:rPr lang="de-CH" sz="1600" dirty="0" err="1"/>
              <a:t>bibendum</a:t>
            </a:r>
            <a:r>
              <a:rPr lang="de-CH" sz="1600" dirty="0"/>
              <a:t> </a:t>
            </a:r>
            <a:r>
              <a:rPr lang="de-CH" sz="1600" dirty="0" err="1"/>
              <a:t>purus</a:t>
            </a:r>
            <a:r>
              <a:rPr lang="de-CH" sz="1600" dirty="0"/>
              <a:t> </a:t>
            </a:r>
            <a:r>
              <a:rPr lang="de-CH" sz="1600" dirty="0" err="1"/>
              <a:t>vitae</a:t>
            </a:r>
            <a:r>
              <a:rPr lang="de-CH" sz="1600" dirty="0"/>
              <a:t> </a:t>
            </a:r>
            <a:r>
              <a:rPr lang="de-CH" sz="1600" dirty="0" err="1"/>
              <a:t>libero</a:t>
            </a:r>
            <a:r>
              <a:rPr lang="de-CH" sz="1600" dirty="0"/>
              <a:t> </a:t>
            </a:r>
            <a:r>
              <a:rPr lang="de-CH" sz="1600" dirty="0" err="1"/>
              <a:t>scelerisque</a:t>
            </a:r>
            <a:r>
              <a:rPr lang="de-CH" sz="1600" dirty="0"/>
              <a:t> </a:t>
            </a:r>
            <a:r>
              <a:rPr lang="de-CH" sz="1600" dirty="0" err="1"/>
              <a:t>tincidunt</a:t>
            </a:r>
            <a:r>
              <a:rPr lang="de-CH" sz="1600" dirty="0"/>
              <a:t>. </a:t>
            </a:r>
          </a:p>
          <a:p>
            <a:pPr marL="0" indent="0">
              <a:buNone/>
            </a:pPr>
            <a:r>
              <a:rPr lang="de-CH" sz="1600" dirty="0"/>
              <a:t>Morbi </a:t>
            </a:r>
            <a:r>
              <a:rPr lang="de-CH" sz="1600" dirty="0" err="1"/>
              <a:t>vitae</a:t>
            </a:r>
            <a:r>
              <a:rPr lang="de-CH" sz="1600" dirty="0"/>
              <a:t> </a:t>
            </a:r>
            <a:r>
              <a:rPr lang="de-CH" sz="1600" dirty="0" err="1"/>
              <a:t>vulputate</a:t>
            </a:r>
            <a:r>
              <a:rPr lang="de-CH" sz="1600" dirty="0"/>
              <a:t> quam. Sed </a:t>
            </a:r>
            <a:r>
              <a:rPr lang="de-CH" sz="1600" dirty="0" err="1"/>
              <a:t>ullamcorper</a:t>
            </a:r>
            <a:r>
              <a:rPr lang="de-CH" sz="1600" dirty="0"/>
              <a:t> </a:t>
            </a:r>
            <a:r>
              <a:rPr lang="de-CH" sz="1600" dirty="0" err="1"/>
              <a:t>nisl</a:t>
            </a:r>
            <a:r>
              <a:rPr lang="de-CH" sz="1600" dirty="0"/>
              <a:t> ut </a:t>
            </a:r>
            <a:r>
              <a:rPr lang="de-CH" sz="1600" dirty="0" err="1"/>
              <a:t>sagittis</a:t>
            </a:r>
            <a:r>
              <a:rPr lang="de-CH" sz="1600" dirty="0"/>
              <a:t> </a:t>
            </a:r>
            <a:r>
              <a:rPr lang="de-CH" sz="1600" dirty="0" err="1"/>
              <a:t>consectetur</a:t>
            </a:r>
            <a:r>
              <a:rPr lang="de-CH" sz="1600" dirty="0"/>
              <a:t>. </a:t>
            </a:r>
            <a:r>
              <a:rPr lang="de-CH" sz="1600" dirty="0" err="1"/>
              <a:t>Pellentesque</a:t>
            </a:r>
            <a:r>
              <a:rPr lang="de-CH" sz="1600" dirty="0"/>
              <a:t> </a:t>
            </a:r>
            <a:r>
              <a:rPr lang="de-CH" sz="1600" dirty="0" err="1"/>
              <a:t>dictum</a:t>
            </a:r>
            <a:r>
              <a:rPr lang="de-CH" sz="1600" dirty="0"/>
              <a:t> </a:t>
            </a:r>
            <a:r>
              <a:rPr lang="de-CH" sz="1600" dirty="0" err="1"/>
              <a:t>placerat</a:t>
            </a:r>
            <a:r>
              <a:rPr lang="de-CH" sz="1600" dirty="0"/>
              <a:t> </a:t>
            </a:r>
            <a:r>
              <a:rPr lang="de-CH" sz="1600" dirty="0" err="1"/>
              <a:t>iaculis</a:t>
            </a:r>
            <a:r>
              <a:rPr lang="de-CH" sz="1600" dirty="0"/>
              <a:t>. </a:t>
            </a:r>
            <a:r>
              <a:rPr lang="de-CH" sz="1600" dirty="0" err="1"/>
              <a:t>Aliquam</a:t>
            </a:r>
            <a:r>
              <a:rPr lang="de-CH" sz="1600" dirty="0"/>
              <a:t> </a:t>
            </a:r>
            <a:r>
              <a:rPr lang="de-CH" sz="1600" dirty="0" err="1"/>
              <a:t>bibendum</a:t>
            </a:r>
            <a:r>
              <a:rPr lang="de-CH" sz="1600" dirty="0"/>
              <a:t> </a:t>
            </a:r>
            <a:r>
              <a:rPr lang="de-CH" sz="1600" dirty="0" err="1"/>
              <a:t>pretium</a:t>
            </a:r>
            <a:r>
              <a:rPr lang="de-CH" sz="1600" dirty="0"/>
              <a:t> </a:t>
            </a:r>
            <a:r>
              <a:rPr lang="de-CH" sz="1600" dirty="0" err="1"/>
              <a:t>lorem</a:t>
            </a:r>
            <a:r>
              <a:rPr lang="de-CH" sz="1600" dirty="0"/>
              <a:t> </a:t>
            </a:r>
            <a:r>
              <a:rPr lang="de-CH" sz="1600" dirty="0" err="1"/>
              <a:t>eget</a:t>
            </a:r>
            <a:r>
              <a:rPr lang="de-CH" sz="1600" dirty="0"/>
              <a:t> </a:t>
            </a:r>
            <a:r>
              <a:rPr lang="de-CH" sz="1600" dirty="0" err="1"/>
              <a:t>pellentesque</a:t>
            </a:r>
            <a:r>
              <a:rPr lang="de-CH" sz="1600" dirty="0"/>
              <a:t>. </a:t>
            </a:r>
            <a:r>
              <a:rPr lang="de-CH" sz="1600" dirty="0" err="1"/>
              <a:t>Vivamus</a:t>
            </a:r>
            <a:r>
              <a:rPr lang="de-CH" sz="1600" dirty="0"/>
              <a:t> tempor, </a:t>
            </a:r>
            <a:r>
              <a:rPr lang="de-CH" sz="1600" dirty="0" err="1"/>
              <a:t>purus</a:t>
            </a:r>
            <a:r>
              <a:rPr lang="de-CH" sz="1600" dirty="0"/>
              <a:t> </a:t>
            </a:r>
            <a:r>
              <a:rPr lang="de-CH" sz="1600" dirty="0" err="1"/>
              <a:t>vel</a:t>
            </a:r>
            <a:r>
              <a:rPr lang="de-CH" sz="1600" dirty="0"/>
              <a:t> </a:t>
            </a:r>
            <a:r>
              <a:rPr lang="de-CH" sz="1600" dirty="0" err="1"/>
              <a:t>ullamcorper</a:t>
            </a:r>
            <a:r>
              <a:rPr lang="de-CH" sz="1600" dirty="0"/>
              <a:t> </a:t>
            </a:r>
            <a:r>
              <a:rPr lang="de-CH" sz="1600" dirty="0" err="1"/>
              <a:t>vestibulum</a:t>
            </a:r>
            <a:r>
              <a:rPr lang="de-CH" sz="1600" dirty="0"/>
              <a:t>, justo </a:t>
            </a:r>
            <a:r>
              <a:rPr lang="de-CH" sz="1600" dirty="0" err="1"/>
              <a:t>tellus</a:t>
            </a:r>
            <a:r>
              <a:rPr lang="de-CH" sz="1600" dirty="0"/>
              <a:t> </a:t>
            </a:r>
            <a:r>
              <a:rPr lang="de-CH" sz="1600" dirty="0" err="1"/>
              <a:t>pretium</a:t>
            </a:r>
            <a:r>
              <a:rPr lang="de-CH" sz="1600" dirty="0"/>
              <a:t> nisi, sed </a:t>
            </a:r>
            <a:r>
              <a:rPr lang="de-CH" sz="1600" dirty="0" err="1"/>
              <a:t>condimentum</a:t>
            </a:r>
            <a:r>
              <a:rPr lang="de-CH" sz="1600" dirty="0"/>
              <a:t> </a:t>
            </a:r>
            <a:r>
              <a:rPr lang="de-CH" sz="1600" dirty="0" err="1"/>
              <a:t>nunc</a:t>
            </a:r>
            <a:r>
              <a:rPr lang="de-CH" sz="1600" dirty="0"/>
              <a:t> ex at </a:t>
            </a:r>
            <a:r>
              <a:rPr lang="de-CH" sz="1600" dirty="0" err="1"/>
              <a:t>sapien</a:t>
            </a:r>
            <a:r>
              <a:rPr lang="de-CH" sz="1600" dirty="0"/>
              <a:t>. </a:t>
            </a:r>
            <a:r>
              <a:rPr lang="de-CH" sz="1600" dirty="0" err="1"/>
              <a:t>Etiam</a:t>
            </a:r>
            <a:r>
              <a:rPr lang="de-CH" sz="1600" dirty="0"/>
              <a:t> commodo </a:t>
            </a:r>
            <a:r>
              <a:rPr lang="de-CH" sz="1600" dirty="0" err="1"/>
              <a:t>condimentum</a:t>
            </a:r>
            <a:r>
              <a:rPr lang="de-CH" sz="1600" dirty="0"/>
              <a:t> cursus.</a:t>
            </a:r>
          </a:p>
          <a:p>
            <a:pPr marL="0" indent="0">
              <a:buNone/>
            </a:pPr>
            <a:r>
              <a:rPr lang="de-CH" sz="1600" dirty="0"/>
              <a:t>Vestibulum </a:t>
            </a:r>
            <a:r>
              <a:rPr lang="de-CH" sz="1600" dirty="0" err="1"/>
              <a:t>pulvinar</a:t>
            </a:r>
            <a:r>
              <a:rPr lang="de-CH" sz="1600" dirty="0"/>
              <a:t> </a:t>
            </a:r>
            <a:r>
              <a:rPr lang="de-CH" sz="1600" dirty="0" err="1"/>
              <a:t>sollicitudin</a:t>
            </a:r>
            <a:r>
              <a:rPr lang="de-CH" sz="1600" dirty="0"/>
              <a:t> </a:t>
            </a:r>
            <a:r>
              <a:rPr lang="de-CH" sz="1600" dirty="0" err="1"/>
              <a:t>risus</a:t>
            </a:r>
            <a:r>
              <a:rPr lang="de-CH" sz="1600" dirty="0"/>
              <a:t> ut </a:t>
            </a:r>
            <a:r>
              <a:rPr lang="de-CH" sz="1600" dirty="0" err="1"/>
              <a:t>consequat</a:t>
            </a:r>
            <a:r>
              <a:rPr lang="de-CH" sz="1600" dirty="0"/>
              <a:t>. </a:t>
            </a:r>
            <a:r>
              <a:rPr lang="de-CH" sz="1600" dirty="0" err="1"/>
              <a:t>Quisque</a:t>
            </a:r>
            <a:r>
              <a:rPr lang="de-CH" sz="1600" dirty="0"/>
              <a:t> </a:t>
            </a:r>
            <a:r>
              <a:rPr lang="de-CH" sz="1600" dirty="0" err="1"/>
              <a:t>porta</a:t>
            </a:r>
            <a:r>
              <a:rPr lang="de-CH" sz="1600" dirty="0"/>
              <a:t> cursus </a:t>
            </a:r>
            <a:r>
              <a:rPr lang="de-CH" sz="1600" dirty="0" err="1"/>
              <a:t>volutpat</a:t>
            </a:r>
            <a:r>
              <a:rPr lang="de-CH" sz="1600" dirty="0"/>
              <a:t>. </a:t>
            </a:r>
            <a:r>
              <a:rPr lang="de-CH" sz="1600" dirty="0" err="1"/>
              <a:t>Curabitur</a:t>
            </a:r>
            <a:r>
              <a:rPr lang="de-CH" sz="1600" dirty="0"/>
              <a:t> </a:t>
            </a:r>
            <a:r>
              <a:rPr lang="de-CH" sz="1600" dirty="0" err="1"/>
              <a:t>quis</a:t>
            </a:r>
            <a:r>
              <a:rPr lang="de-CH" sz="1600" dirty="0"/>
              <a:t> dolor </a:t>
            </a:r>
            <a:r>
              <a:rPr lang="de-CH" sz="1600" dirty="0" err="1"/>
              <a:t>quis</a:t>
            </a:r>
            <a:r>
              <a:rPr lang="de-CH" sz="1600" dirty="0"/>
              <a:t> </a:t>
            </a:r>
            <a:r>
              <a:rPr lang="de-CH" sz="1600" dirty="0" err="1"/>
              <a:t>sem</a:t>
            </a:r>
            <a:r>
              <a:rPr lang="de-CH" sz="1600" dirty="0"/>
              <a:t> </a:t>
            </a:r>
            <a:r>
              <a:rPr lang="de-CH" sz="1600" dirty="0" err="1"/>
              <a:t>convallis</a:t>
            </a:r>
            <a:r>
              <a:rPr lang="de-CH" sz="1600" dirty="0"/>
              <a:t> </a:t>
            </a:r>
            <a:r>
              <a:rPr lang="de-CH" sz="1600" dirty="0" err="1"/>
              <a:t>tincidunt</a:t>
            </a:r>
            <a:r>
              <a:rPr lang="de-CH" sz="1600" dirty="0"/>
              <a:t>. </a:t>
            </a:r>
            <a:r>
              <a:rPr lang="de-CH" sz="1600" dirty="0" err="1"/>
              <a:t>Praesent</a:t>
            </a:r>
            <a:r>
              <a:rPr lang="de-CH" sz="1600" dirty="0"/>
              <a:t> </a:t>
            </a:r>
            <a:r>
              <a:rPr lang="de-CH" sz="1600" dirty="0" err="1"/>
              <a:t>vitae</a:t>
            </a:r>
            <a:r>
              <a:rPr lang="de-CH" sz="1600" dirty="0"/>
              <a:t> </a:t>
            </a:r>
            <a:r>
              <a:rPr lang="de-CH" sz="1600" dirty="0" err="1"/>
              <a:t>lectus</a:t>
            </a:r>
            <a:r>
              <a:rPr lang="de-CH" sz="1600" dirty="0"/>
              <a:t> </a:t>
            </a:r>
            <a:r>
              <a:rPr lang="de-CH" sz="1600" dirty="0" err="1"/>
              <a:t>vel</a:t>
            </a:r>
            <a:r>
              <a:rPr lang="de-CH" sz="1600" dirty="0"/>
              <a:t> est </a:t>
            </a:r>
            <a:r>
              <a:rPr lang="de-CH" sz="1600" dirty="0" err="1"/>
              <a:t>tincidunt</a:t>
            </a:r>
            <a:r>
              <a:rPr lang="de-CH" sz="1600" dirty="0"/>
              <a:t> </a:t>
            </a:r>
            <a:r>
              <a:rPr lang="de-CH" sz="1600" dirty="0" err="1"/>
              <a:t>fermentum</a:t>
            </a:r>
            <a:r>
              <a:rPr lang="de-CH" sz="1600" dirty="0"/>
              <a:t> at </a:t>
            </a:r>
            <a:r>
              <a:rPr lang="de-CH" sz="1600" dirty="0" err="1"/>
              <a:t>ac</a:t>
            </a:r>
            <a:r>
              <a:rPr lang="de-CH" sz="1600" dirty="0"/>
              <a:t> </a:t>
            </a:r>
            <a:r>
              <a:rPr lang="de-CH" sz="1600" dirty="0" err="1"/>
              <a:t>enim</a:t>
            </a:r>
            <a:r>
              <a:rPr lang="de-CH" sz="1600" dirty="0"/>
              <a:t>. </a:t>
            </a:r>
            <a:r>
              <a:rPr lang="de-CH" sz="1600" dirty="0" err="1"/>
              <a:t>Praesent</a:t>
            </a:r>
            <a:r>
              <a:rPr lang="de-CH" sz="1600" dirty="0"/>
              <a:t> </a:t>
            </a:r>
            <a:r>
              <a:rPr lang="de-CH" sz="1600" dirty="0" err="1"/>
              <a:t>mollis</a:t>
            </a:r>
            <a:r>
              <a:rPr lang="de-CH" sz="1600" dirty="0"/>
              <a:t> </a:t>
            </a:r>
            <a:r>
              <a:rPr lang="de-CH" sz="1600" dirty="0" err="1"/>
              <a:t>metus</a:t>
            </a:r>
            <a:r>
              <a:rPr lang="de-CH" sz="1600" dirty="0"/>
              <a:t> </a:t>
            </a:r>
            <a:r>
              <a:rPr lang="de-CH" sz="1600" dirty="0" err="1"/>
              <a:t>eget</a:t>
            </a:r>
            <a:r>
              <a:rPr lang="de-CH" sz="1600" dirty="0"/>
              <a:t> </a:t>
            </a:r>
            <a:r>
              <a:rPr lang="de-CH" sz="1600" dirty="0" err="1"/>
              <a:t>hendrerit</a:t>
            </a:r>
            <a:r>
              <a:rPr lang="de-CH" sz="1600" dirty="0"/>
              <a:t> </a:t>
            </a:r>
            <a:r>
              <a:rPr lang="de-CH" sz="1600" dirty="0" err="1"/>
              <a:t>rutrum</a:t>
            </a:r>
            <a:r>
              <a:rPr lang="de-CH" sz="1600" dirty="0"/>
              <a:t>. </a:t>
            </a:r>
            <a:r>
              <a:rPr lang="de-CH" sz="1600" dirty="0" err="1"/>
              <a:t>Pellentesque</a:t>
            </a:r>
            <a:r>
              <a:rPr lang="de-CH" sz="1600" dirty="0"/>
              <a:t> maximus, </a:t>
            </a:r>
            <a:r>
              <a:rPr lang="de-CH" sz="1600" dirty="0" err="1"/>
              <a:t>libero</a:t>
            </a:r>
            <a:r>
              <a:rPr lang="de-CH" sz="1600" dirty="0"/>
              <a:t> et </a:t>
            </a:r>
            <a:r>
              <a:rPr lang="de-CH" sz="1600" dirty="0" err="1"/>
              <a:t>lacinia</a:t>
            </a:r>
            <a:r>
              <a:rPr lang="de-CH" sz="1600" dirty="0"/>
              <a:t> </a:t>
            </a:r>
            <a:r>
              <a:rPr lang="de-CH" sz="1600" dirty="0" err="1"/>
              <a:t>eleifend</a:t>
            </a:r>
            <a:r>
              <a:rPr lang="de-CH" sz="1600" dirty="0"/>
              <a:t>, </a:t>
            </a:r>
            <a:r>
              <a:rPr lang="de-CH" sz="1600" dirty="0" err="1"/>
              <a:t>tortor</a:t>
            </a:r>
            <a:r>
              <a:rPr lang="de-CH" sz="1600" dirty="0"/>
              <a:t> erat </a:t>
            </a:r>
            <a:r>
              <a:rPr lang="de-CH" sz="1600" dirty="0" err="1"/>
              <a:t>luctus</a:t>
            </a:r>
            <a:r>
              <a:rPr lang="de-CH" sz="1600" dirty="0"/>
              <a:t> </a:t>
            </a:r>
            <a:r>
              <a:rPr lang="de-CH" sz="1600" dirty="0" err="1"/>
              <a:t>nisl</a:t>
            </a:r>
            <a:r>
              <a:rPr lang="de-CH" sz="1600" dirty="0"/>
              <a:t>, </a:t>
            </a:r>
            <a:r>
              <a:rPr lang="de-CH" sz="1600" dirty="0" err="1"/>
              <a:t>vel</a:t>
            </a:r>
            <a:r>
              <a:rPr lang="de-CH" sz="1600" dirty="0"/>
              <a:t> </a:t>
            </a:r>
            <a:r>
              <a:rPr lang="de-CH" sz="1600" dirty="0" err="1"/>
              <a:t>tristique</a:t>
            </a:r>
            <a:r>
              <a:rPr lang="de-CH" sz="1600" dirty="0"/>
              <a:t> </a:t>
            </a:r>
            <a:r>
              <a:rPr lang="de-CH" sz="1600" dirty="0" err="1"/>
              <a:t>purus</a:t>
            </a:r>
            <a:r>
              <a:rPr lang="de-CH" sz="1600" dirty="0"/>
              <a:t> </a:t>
            </a:r>
            <a:r>
              <a:rPr lang="de-CH" sz="1600" dirty="0" err="1"/>
              <a:t>dui</a:t>
            </a:r>
            <a:r>
              <a:rPr lang="de-CH" sz="1600" dirty="0"/>
              <a:t> in justo. </a:t>
            </a:r>
            <a:r>
              <a:rPr lang="de-CH" sz="1600" dirty="0" err="1"/>
              <a:t>Fusce</a:t>
            </a:r>
            <a:r>
              <a:rPr lang="de-CH" sz="1600" dirty="0"/>
              <a:t> </a:t>
            </a:r>
            <a:r>
              <a:rPr lang="de-CH" sz="1600" dirty="0" err="1"/>
              <a:t>id</a:t>
            </a:r>
            <a:r>
              <a:rPr lang="de-CH" sz="1600" dirty="0"/>
              <a:t> </a:t>
            </a:r>
            <a:r>
              <a:rPr lang="de-CH" sz="1600" dirty="0" err="1"/>
              <a:t>mollis</a:t>
            </a:r>
            <a:r>
              <a:rPr lang="de-CH" sz="1600" dirty="0"/>
              <a:t> ante.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DFEAE3-45A3-54EB-9A78-A38BED3C6D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CH" dirty="0"/>
              <a:t>Inhalt 1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B716FDD6-5C28-5EB7-98D0-802576353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Untertitel zu Inhalt 1 - Teil 1</a:t>
            </a:r>
          </a:p>
        </p:txBody>
      </p:sp>
    </p:spTree>
    <p:extLst>
      <p:ext uri="{BB962C8B-B14F-4D97-AF65-F5344CB8AC3E}">
        <p14:creationId xmlns:p14="http://schemas.microsoft.com/office/powerpoint/2010/main" val="1428684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3FFE7B-52FA-168C-A0A2-570B024D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4942-EC8B-495C-9A98-AD6F56F0FD28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4EB02A-454C-55CA-A554-252716EB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pPr/>
              <a:t>6</a:t>
            </a:fld>
            <a:endParaRPr lang="de-CH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BD303F23-7C1E-5030-667B-610A2B7C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CH" dirty="0"/>
              <a:t>Inhalt 1 - Thema Teil 2</a:t>
            </a:r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6AF081AA-1404-DC3E-15DB-68A88F9C4C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CH" sz="1600" dirty="0"/>
              <a:t>Lorem ipsum dolor sit amet, </a:t>
            </a:r>
            <a:r>
              <a:rPr lang="de-CH" sz="1600" dirty="0" err="1"/>
              <a:t>consectetur</a:t>
            </a:r>
            <a:r>
              <a:rPr lang="de-CH" sz="1600" dirty="0"/>
              <a:t> </a:t>
            </a:r>
            <a:r>
              <a:rPr lang="de-CH" sz="1600" dirty="0" err="1"/>
              <a:t>adipiscing</a:t>
            </a:r>
            <a:r>
              <a:rPr lang="de-CH" sz="1600" dirty="0"/>
              <a:t> </a:t>
            </a:r>
            <a:r>
              <a:rPr lang="de-CH" sz="1600" dirty="0" err="1"/>
              <a:t>elit</a:t>
            </a:r>
            <a:r>
              <a:rPr lang="de-CH" sz="1600" dirty="0"/>
              <a:t>. </a:t>
            </a:r>
            <a:r>
              <a:rPr lang="de-CH" sz="1600" dirty="0" err="1"/>
              <a:t>Donec</a:t>
            </a:r>
            <a:r>
              <a:rPr lang="de-CH" sz="1600" dirty="0"/>
              <a:t> non </a:t>
            </a:r>
            <a:r>
              <a:rPr lang="de-CH" sz="1600" dirty="0" err="1"/>
              <a:t>laoreet</a:t>
            </a:r>
            <a:r>
              <a:rPr lang="de-CH" sz="1600" dirty="0"/>
              <a:t> </a:t>
            </a:r>
            <a:r>
              <a:rPr lang="de-CH" sz="1600" dirty="0" err="1"/>
              <a:t>sapien</a:t>
            </a:r>
            <a:r>
              <a:rPr lang="de-CH" sz="1600" dirty="0"/>
              <a:t>, sed </a:t>
            </a:r>
            <a:r>
              <a:rPr lang="de-CH" sz="1600" dirty="0" err="1"/>
              <a:t>porttitor</a:t>
            </a:r>
            <a:r>
              <a:rPr lang="de-CH" sz="1600" dirty="0"/>
              <a:t> </a:t>
            </a:r>
            <a:r>
              <a:rPr lang="de-CH" sz="1600" dirty="0" err="1"/>
              <a:t>urna</a:t>
            </a:r>
            <a:r>
              <a:rPr lang="de-CH" sz="1600" dirty="0"/>
              <a:t>. </a:t>
            </a:r>
            <a:r>
              <a:rPr lang="de-CH" sz="1600" dirty="0" err="1"/>
              <a:t>Quisque</a:t>
            </a:r>
            <a:r>
              <a:rPr lang="de-CH" sz="1600" dirty="0"/>
              <a:t> </a:t>
            </a:r>
            <a:r>
              <a:rPr lang="de-CH" sz="1600" dirty="0" err="1"/>
              <a:t>ultricies</a:t>
            </a:r>
            <a:r>
              <a:rPr lang="de-CH" sz="1600" dirty="0"/>
              <a:t> </a:t>
            </a:r>
            <a:r>
              <a:rPr lang="de-CH" sz="1600" dirty="0" err="1"/>
              <a:t>ullamcorper</a:t>
            </a:r>
            <a:r>
              <a:rPr lang="de-CH" sz="1600" dirty="0"/>
              <a:t> ex. </a:t>
            </a:r>
            <a:r>
              <a:rPr lang="de-CH" sz="1600" dirty="0" err="1"/>
              <a:t>Donec</a:t>
            </a:r>
            <a:r>
              <a:rPr lang="de-CH" sz="1600" dirty="0"/>
              <a:t> </a:t>
            </a:r>
            <a:r>
              <a:rPr lang="de-CH" sz="1600" dirty="0" err="1"/>
              <a:t>quis</a:t>
            </a:r>
            <a:r>
              <a:rPr lang="de-CH" sz="1600" dirty="0"/>
              <a:t> </a:t>
            </a:r>
            <a:r>
              <a:rPr lang="de-CH" sz="1600" dirty="0" err="1"/>
              <a:t>fringilla</a:t>
            </a:r>
            <a:r>
              <a:rPr lang="de-CH" sz="1600" dirty="0"/>
              <a:t> </a:t>
            </a:r>
            <a:r>
              <a:rPr lang="de-CH" sz="1600" dirty="0" err="1"/>
              <a:t>neque</a:t>
            </a:r>
            <a:r>
              <a:rPr lang="de-CH" sz="1600" dirty="0"/>
              <a:t>. </a:t>
            </a:r>
            <a:r>
              <a:rPr lang="de-CH" sz="1600" dirty="0" err="1"/>
              <a:t>Fusce</a:t>
            </a:r>
            <a:r>
              <a:rPr lang="de-CH" sz="1600" dirty="0"/>
              <a:t> </a:t>
            </a:r>
            <a:r>
              <a:rPr lang="de-CH" sz="1600" dirty="0" err="1"/>
              <a:t>nec</a:t>
            </a:r>
            <a:r>
              <a:rPr lang="de-CH" sz="1600" dirty="0"/>
              <a:t> </a:t>
            </a:r>
            <a:r>
              <a:rPr lang="de-CH" sz="1600" dirty="0" err="1"/>
              <a:t>mollis</a:t>
            </a:r>
            <a:r>
              <a:rPr lang="de-CH" sz="1600" dirty="0"/>
              <a:t> </a:t>
            </a:r>
            <a:r>
              <a:rPr lang="de-CH" sz="1600" dirty="0" err="1"/>
              <a:t>lorem</a:t>
            </a:r>
            <a:r>
              <a:rPr lang="de-CH" sz="1600" dirty="0"/>
              <a:t>. </a:t>
            </a:r>
            <a:r>
              <a:rPr lang="de-CH" sz="1600" dirty="0" err="1"/>
              <a:t>Suspendisse</a:t>
            </a:r>
            <a:r>
              <a:rPr lang="de-CH" sz="1600" dirty="0"/>
              <a:t> </a:t>
            </a:r>
            <a:r>
              <a:rPr lang="de-CH" sz="1600" dirty="0" err="1"/>
              <a:t>porta</a:t>
            </a:r>
            <a:r>
              <a:rPr lang="de-CH" sz="1600" dirty="0"/>
              <a:t> non </a:t>
            </a:r>
            <a:r>
              <a:rPr lang="de-CH" sz="1600" dirty="0" err="1"/>
              <a:t>lorem</a:t>
            </a:r>
            <a:r>
              <a:rPr lang="de-CH" sz="1600" dirty="0"/>
              <a:t> </a:t>
            </a:r>
            <a:r>
              <a:rPr lang="de-CH" sz="1600" dirty="0" err="1"/>
              <a:t>vitae</a:t>
            </a:r>
            <a:r>
              <a:rPr lang="de-CH" sz="1600" dirty="0"/>
              <a:t> </a:t>
            </a:r>
            <a:r>
              <a:rPr lang="de-CH" sz="1600" dirty="0" err="1"/>
              <a:t>bibendum</a:t>
            </a:r>
            <a:r>
              <a:rPr lang="de-CH" sz="1600" dirty="0"/>
              <a:t>. </a:t>
            </a:r>
            <a:r>
              <a:rPr lang="de-CH" sz="1600" dirty="0" err="1"/>
              <a:t>Curabitur</a:t>
            </a:r>
            <a:r>
              <a:rPr lang="de-CH" sz="1600" dirty="0"/>
              <a:t> at </a:t>
            </a:r>
            <a:r>
              <a:rPr lang="de-CH" sz="1600" dirty="0" err="1"/>
              <a:t>tincidunt</a:t>
            </a:r>
            <a:r>
              <a:rPr lang="de-CH" sz="1600" dirty="0"/>
              <a:t> </a:t>
            </a:r>
            <a:r>
              <a:rPr lang="de-CH" sz="1600" dirty="0" err="1"/>
              <a:t>turpis</a:t>
            </a:r>
            <a:r>
              <a:rPr lang="de-CH" sz="1600" dirty="0"/>
              <a:t>, sed </a:t>
            </a:r>
            <a:r>
              <a:rPr lang="de-CH" sz="1600" dirty="0" err="1"/>
              <a:t>bibendum</a:t>
            </a:r>
            <a:r>
              <a:rPr lang="de-CH" sz="1600" dirty="0"/>
              <a:t> quam. In </a:t>
            </a:r>
            <a:r>
              <a:rPr lang="de-CH" sz="1600" dirty="0" err="1"/>
              <a:t>aliquet</a:t>
            </a:r>
            <a:r>
              <a:rPr lang="de-CH" sz="1600" dirty="0"/>
              <a:t> </a:t>
            </a:r>
            <a:r>
              <a:rPr lang="de-CH" sz="1600" dirty="0" err="1"/>
              <a:t>imperdiet</a:t>
            </a:r>
            <a:r>
              <a:rPr lang="de-CH" sz="1600" dirty="0"/>
              <a:t> </a:t>
            </a:r>
            <a:r>
              <a:rPr lang="de-CH" sz="1600" dirty="0" err="1"/>
              <a:t>nibh</a:t>
            </a:r>
            <a:r>
              <a:rPr lang="de-CH" sz="1600" dirty="0"/>
              <a:t> </a:t>
            </a:r>
            <a:r>
              <a:rPr lang="de-CH" sz="1600" dirty="0" err="1"/>
              <a:t>ac</a:t>
            </a:r>
            <a:r>
              <a:rPr lang="de-CH" sz="1600" dirty="0"/>
              <a:t> </a:t>
            </a:r>
            <a:r>
              <a:rPr lang="de-CH" sz="1600" dirty="0" err="1"/>
              <a:t>lacinia</a:t>
            </a:r>
            <a:r>
              <a:rPr lang="de-CH" sz="1600" dirty="0"/>
              <a:t>. Sed </a:t>
            </a:r>
            <a:r>
              <a:rPr lang="de-CH" sz="1600" dirty="0" err="1"/>
              <a:t>bibendum</a:t>
            </a:r>
            <a:r>
              <a:rPr lang="de-CH" sz="1600" dirty="0"/>
              <a:t> </a:t>
            </a:r>
            <a:r>
              <a:rPr lang="de-CH" sz="1600" dirty="0" err="1"/>
              <a:t>purus</a:t>
            </a:r>
            <a:r>
              <a:rPr lang="de-CH" sz="1600" dirty="0"/>
              <a:t> </a:t>
            </a:r>
            <a:r>
              <a:rPr lang="de-CH" sz="1600" dirty="0" err="1"/>
              <a:t>vitae</a:t>
            </a:r>
            <a:r>
              <a:rPr lang="de-CH" sz="1600" dirty="0"/>
              <a:t> </a:t>
            </a:r>
            <a:r>
              <a:rPr lang="de-CH" sz="1600" dirty="0" err="1"/>
              <a:t>libero</a:t>
            </a:r>
            <a:r>
              <a:rPr lang="de-CH" sz="1600" dirty="0"/>
              <a:t> </a:t>
            </a:r>
            <a:r>
              <a:rPr lang="de-CH" sz="1600" dirty="0" err="1"/>
              <a:t>scelerisque</a:t>
            </a:r>
            <a:r>
              <a:rPr lang="de-CH" sz="1600" dirty="0"/>
              <a:t> </a:t>
            </a:r>
            <a:r>
              <a:rPr lang="de-CH" sz="1600" dirty="0" err="1"/>
              <a:t>tincidunt</a:t>
            </a:r>
            <a:r>
              <a:rPr lang="de-CH" sz="1600" dirty="0"/>
              <a:t>. </a:t>
            </a:r>
          </a:p>
          <a:p>
            <a:pPr marL="0" indent="0">
              <a:buNone/>
            </a:pPr>
            <a:r>
              <a:rPr lang="de-CH" sz="1600" dirty="0"/>
              <a:t>Morbi </a:t>
            </a:r>
            <a:r>
              <a:rPr lang="de-CH" sz="1600" dirty="0" err="1"/>
              <a:t>vitae</a:t>
            </a:r>
            <a:r>
              <a:rPr lang="de-CH" sz="1600" dirty="0"/>
              <a:t> </a:t>
            </a:r>
            <a:r>
              <a:rPr lang="de-CH" sz="1600" dirty="0" err="1"/>
              <a:t>vulputate</a:t>
            </a:r>
            <a:r>
              <a:rPr lang="de-CH" sz="1600" dirty="0"/>
              <a:t> quam. Sed </a:t>
            </a:r>
            <a:r>
              <a:rPr lang="de-CH" sz="1600" dirty="0" err="1"/>
              <a:t>ullamcorper</a:t>
            </a:r>
            <a:r>
              <a:rPr lang="de-CH" sz="1600" dirty="0"/>
              <a:t> </a:t>
            </a:r>
            <a:r>
              <a:rPr lang="de-CH" sz="1600" dirty="0" err="1"/>
              <a:t>nisl</a:t>
            </a:r>
            <a:r>
              <a:rPr lang="de-CH" sz="1600" dirty="0"/>
              <a:t> ut </a:t>
            </a:r>
            <a:r>
              <a:rPr lang="de-CH" sz="1600" dirty="0" err="1"/>
              <a:t>sagittis</a:t>
            </a:r>
            <a:r>
              <a:rPr lang="de-CH" sz="1600" dirty="0"/>
              <a:t> </a:t>
            </a:r>
            <a:r>
              <a:rPr lang="de-CH" sz="1600" dirty="0" err="1"/>
              <a:t>consectetur</a:t>
            </a:r>
            <a:r>
              <a:rPr lang="de-CH" sz="1600" dirty="0"/>
              <a:t>. </a:t>
            </a:r>
            <a:r>
              <a:rPr lang="de-CH" sz="1600" dirty="0" err="1"/>
              <a:t>Pellentesque</a:t>
            </a:r>
            <a:r>
              <a:rPr lang="de-CH" sz="1600" dirty="0"/>
              <a:t> </a:t>
            </a:r>
            <a:r>
              <a:rPr lang="de-CH" sz="1600" dirty="0" err="1"/>
              <a:t>dictum</a:t>
            </a:r>
            <a:r>
              <a:rPr lang="de-CH" sz="1600" dirty="0"/>
              <a:t> </a:t>
            </a:r>
            <a:r>
              <a:rPr lang="de-CH" sz="1600" dirty="0" err="1"/>
              <a:t>placerat</a:t>
            </a:r>
            <a:r>
              <a:rPr lang="de-CH" sz="1600" dirty="0"/>
              <a:t> </a:t>
            </a:r>
            <a:r>
              <a:rPr lang="de-CH" sz="1600" dirty="0" err="1"/>
              <a:t>iaculis</a:t>
            </a:r>
            <a:r>
              <a:rPr lang="de-CH" sz="1600" dirty="0"/>
              <a:t>. </a:t>
            </a:r>
            <a:r>
              <a:rPr lang="de-CH" sz="1600" dirty="0" err="1"/>
              <a:t>Aliquam</a:t>
            </a:r>
            <a:r>
              <a:rPr lang="de-CH" sz="1600" dirty="0"/>
              <a:t> </a:t>
            </a:r>
            <a:r>
              <a:rPr lang="de-CH" sz="1600" dirty="0" err="1"/>
              <a:t>bibendum</a:t>
            </a:r>
            <a:r>
              <a:rPr lang="de-CH" sz="1600" dirty="0"/>
              <a:t> </a:t>
            </a:r>
            <a:r>
              <a:rPr lang="de-CH" sz="1600" dirty="0" err="1"/>
              <a:t>pretium</a:t>
            </a:r>
            <a:r>
              <a:rPr lang="de-CH" sz="1600" dirty="0"/>
              <a:t> </a:t>
            </a:r>
            <a:r>
              <a:rPr lang="de-CH" sz="1600" dirty="0" err="1"/>
              <a:t>lorem</a:t>
            </a:r>
            <a:r>
              <a:rPr lang="de-CH" sz="1600" dirty="0"/>
              <a:t> </a:t>
            </a:r>
            <a:r>
              <a:rPr lang="de-CH" sz="1600" dirty="0" err="1"/>
              <a:t>eget</a:t>
            </a:r>
            <a:r>
              <a:rPr lang="de-CH" sz="1600" dirty="0"/>
              <a:t> </a:t>
            </a:r>
            <a:r>
              <a:rPr lang="de-CH" sz="1600" dirty="0" err="1"/>
              <a:t>pellentesque</a:t>
            </a:r>
            <a:r>
              <a:rPr lang="de-CH" sz="1600" dirty="0"/>
              <a:t>. </a:t>
            </a:r>
            <a:r>
              <a:rPr lang="de-CH" sz="1600" dirty="0" err="1"/>
              <a:t>Vivamus</a:t>
            </a:r>
            <a:r>
              <a:rPr lang="de-CH" sz="1600" dirty="0"/>
              <a:t> tempor, </a:t>
            </a:r>
            <a:r>
              <a:rPr lang="de-CH" sz="1600" dirty="0" err="1"/>
              <a:t>purus</a:t>
            </a:r>
            <a:r>
              <a:rPr lang="de-CH" sz="1600" dirty="0"/>
              <a:t> </a:t>
            </a:r>
            <a:r>
              <a:rPr lang="de-CH" sz="1600" dirty="0" err="1"/>
              <a:t>vel</a:t>
            </a:r>
            <a:r>
              <a:rPr lang="de-CH" sz="1600" dirty="0"/>
              <a:t> </a:t>
            </a:r>
            <a:r>
              <a:rPr lang="de-CH" sz="1600" dirty="0" err="1"/>
              <a:t>ullamcorper</a:t>
            </a:r>
            <a:r>
              <a:rPr lang="de-CH" sz="1600" dirty="0"/>
              <a:t> </a:t>
            </a:r>
            <a:r>
              <a:rPr lang="de-CH" sz="1600" dirty="0" err="1"/>
              <a:t>vestibulum</a:t>
            </a:r>
            <a:r>
              <a:rPr lang="de-CH" sz="1600" dirty="0"/>
              <a:t>, justo </a:t>
            </a:r>
            <a:r>
              <a:rPr lang="de-CH" sz="1600" dirty="0" err="1"/>
              <a:t>tellus</a:t>
            </a:r>
            <a:r>
              <a:rPr lang="de-CH" sz="1600" dirty="0"/>
              <a:t> </a:t>
            </a:r>
            <a:r>
              <a:rPr lang="de-CH" sz="1600" dirty="0" err="1"/>
              <a:t>pretium</a:t>
            </a:r>
            <a:r>
              <a:rPr lang="de-CH" sz="1600" dirty="0"/>
              <a:t> nisi, sed </a:t>
            </a:r>
            <a:r>
              <a:rPr lang="de-CH" sz="1600" dirty="0" err="1"/>
              <a:t>condimentum</a:t>
            </a:r>
            <a:r>
              <a:rPr lang="de-CH" sz="1600" dirty="0"/>
              <a:t> </a:t>
            </a:r>
            <a:r>
              <a:rPr lang="de-CH" sz="1600" dirty="0" err="1"/>
              <a:t>nunc</a:t>
            </a:r>
            <a:r>
              <a:rPr lang="de-CH" sz="1600" dirty="0"/>
              <a:t> ex at </a:t>
            </a:r>
            <a:r>
              <a:rPr lang="de-CH" sz="1600" dirty="0" err="1"/>
              <a:t>sapien</a:t>
            </a:r>
            <a:r>
              <a:rPr lang="de-CH" sz="1600" dirty="0"/>
              <a:t>. </a:t>
            </a:r>
            <a:r>
              <a:rPr lang="de-CH" sz="1600" dirty="0" err="1"/>
              <a:t>Etiam</a:t>
            </a:r>
            <a:r>
              <a:rPr lang="de-CH" sz="1600" dirty="0"/>
              <a:t> commodo </a:t>
            </a:r>
            <a:r>
              <a:rPr lang="de-CH" sz="1600" dirty="0" err="1"/>
              <a:t>condimentum</a:t>
            </a:r>
            <a:r>
              <a:rPr lang="de-CH" sz="1600" dirty="0"/>
              <a:t> cursus.</a:t>
            </a:r>
          </a:p>
          <a:p>
            <a:pPr marL="0" indent="0">
              <a:buNone/>
            </a:pPr>
            <a:r>
              <a:rPr lang="de-CH" sz="1600" dirty="0"/>
              <a:t>Vestibulum </a:t>
            </a:r>
            <a:r>
              <a:rPr lang="de-CH" sz="1600" dirty="0" err="1"/>
              <a:t>pulvinar</a:t>
            </a:r>
            <a:r>
              <a:rPr lang="de-CH" sz="1600" dirty="0"/>
              <a:t> </a:t>
            </a:r>
            <a:r>
              <a:rPr lang="de-CH" sz="1600" dirty="0" err="1"/>
              <a:t>sollicitudin</a:t>
            </a:r>
            <a:r>
              <a:rPr lang="de-CH" sz="1600" dirty="0"/>
              <a:t> </a:t>
            </a:r>
            <a:r>
              <a:rPr lang="de-CH" sz="1600" dirty="0" err="1"/>
              <a:t>risus</a:t>
            </a:r>
            <a:r>
              <a:rPr lang="de-CH" sz="1600" dirty="0"/>
              <a:t> ut </a:t>
            </a:r>
            <a:r>
              <a:rPr lang="de-CH" sz="1600" dirty="0" err="1"/>
              <a:t>consequat</a:t>
            </a:r>
            <a:r>
              <a:rPr lang="de-CH" sz="1600" dirty="0"/>
              <a:t>. </a:t>
            </a:r>
            <a:r>
              <a:rPr lang="de-CH" sz="1600" dirty="0" err="1"/>
              <a:t>Quisque</a:t>
            </a:r>
            <a:r>
              <a:rPr lang="de-CH" sz="1600" dirty="0"/>
              <a:t> </a:t>
            </a:r>
            <a:r>
              <a:rPr lang="de-CH" sz="1600" dirty="0" err="1"/>
              <a:t>porta</a:t>
            </a:r>
            <a:r>
              <a:rPr lang="de-CH" sz="1600" dirty="0"/>
              <a:t> cursus </a:t>
            </a:r>
            <a:r>
              <a:rPr lang="de-CH" sz="1600" dirty="0" err="1"/>
              <a:t>volutpat</a:t>
            </a:r>
            <a:r>
              <a:rPr lang="de-CH" sz="1600" dirty="0"/>
              <a:t>. </a:t>
            </a:r>
            <a:r>
              <a:rPr lang="de-CH" sz="1600" dirty="0" err="1"/>
              <a:t>Curabitur</a:t>
            </a:r>
            <a:r>
              <a:rPr lang="de-CH" sz="1600" dirty="0"/>
              <a:t> </a:t>
            </a:r>
            <a:r>
              <a:rPr lang="de-CH" sz="1600" dirty="0" err="1"/>
              <a:t>quis</a:t>
            </a:r>
            <a:r>
              <a:rPr lang="de-CH" sz="1600" dirty="0"/>
              <a:t> dolor </a:t>
            </a:r>
            <a:r>
              <a:rPr lang="de-CH" sz="1600" dirty="0" err="1"/>
              <a:t>quis</a:t>
            </a:r>
            <a:r>
              <a:rPr lang="de-CH" sz="1600" dirty="0"/>
              <a:t> </a:t>
            </a:r>
            <a:r>
              <a:rPr lang="de-CH" sz="1600" dirty="0" err="1"/>
              <a:t>sem</a:t>
            </a:r>
            <a:r>
              <a:rPr lang="de-CH" sz="1600" dirty="0"/>
              <a:t> </a:t>
            </a:r>
            <a:r>
              <a:rPr lang="de-CH" sz="1600" dirty="0" err="1"/>
              <a:t>convallis</a:t>
            </a:r>
            <a:r>
              <a:rPr lang="de-CH" sz="1600" dirty="0"/>
              <a:t> </a:t>
            </a:r>
            <a:r>
              <a:rPr lang="de-CH" sz="1600" dirty="0" err="1"/>
              <a:t>tincidunt</a:t>
            </a:r>
            <a:r>
              <a:rPr lang="de-CH" sz="1600" dirty="0"/>
              <a:t>. </a:t>
            </a:r>
            <a:r>
              <a:rPr lang="de-CH" sz="1600" dirty="0" err="1"/>
              <a:t>Praesent</a:t>
            </a:r>
            <a:r>
              <a:rPr lang="de-CH" sz="1600" dirty="0"/>
              <a:t> </a:t>
            </a:r>
            <a:r>
              <a:rPr lang="de-CH" sz="1600" dirty="0" err="1"/>
              <a:t>vitae</a:t>
            </a:r>
            <a:r>
              <a:rPr lang="de-CH" sz="1600" dirty="0"/>
              <a:t> </a:t>
            </a:r>
            <a:r>
              <a:rPr lang="de-CH" sz="1600" dirty="0" err="1"/>
              <a:t>lectus</a:t>
            </a:r>
            <a:r>
              <a:rPr lang="de-CH" sz="1600" dirty="0"/>
              <a:t> </a:t>
            </a:r>
            <a:r>
              <a:rPr lang="de-CH" sz="1600" dirty="0" err="1"/>
              <a:t>vel</a:t>
            </a:r>
            <a:r>
              <a:rPr lang="de-CH" sz="1600" dirty="0"/>
              <a:t> est </a:t>
            </a:r>
            <a:r>
              <a:rPr lang="de-CH" sz="1600" dirty="0" err="1"/>
              <a:t>tincidunt</a:t>
            </a:r>
            <a:r>
              <a:rPr lang="de-CH" sz="1600" dirty="0"/>
              <a:t> </a:t>
            </a:r>
            <a:r>
              <a:rPr lang="de-CH" sz="1600" dirty="0" err="1"/>
              <a:t>fermentum</a:t>
            </a:r>
            <a:r>
              <a:rPr lang="de-CH" sz="1600" dirty="0"/>
              <a:t> at </a:t>
            </a:r>
            <a:r>
              <a:rPr lang="de-CH" sz="1600" dirty="0" err="1"/>
              <a:t>ac</a:t>
            </a:r>
            <a:r>
              <a:rPr lang="de-CH" sz="1600" dirty="0"/>
              <a:t> </a:t>
            </a:r>
            <a:r>
              <a:rPr lang="de-CH" sz="1600" dirty="0" err="1"/>
              <a:t>enim</a:t>
            </a:r>
            <a:r>
              <a:rPr lang="de-CH" sz="1600" dirty="0"/>
              <a:t>. </a:t>
            </a:r>
            <a:r>
              <a:rPr lang="de-CH" sz="1600" dirty="0" err="1"/>
              <a:t>Praesent</a:t>
            </a:r>
            <a:r>
              <a:rPr lang="de-CH" sz="1600" dirty="0"/>
              <a:t> </a:t>
            </a:r>
            <a:r>
              <a:rPr lang="de-CH" sz="1600" dirty="0" err="1"/>
              <a:t>mollis</a:t>
            </a:r>
            <a:r>
              <a:rPr lang="de-CH" sz="1600" dirty="0"/>
              <a:t> </a:t>
            </a:r>
            <a:r>
              <a:rPr lang="de-CH" sz="1600" dirty="0" err="1"/>
              <a:t>metus</a:t>
            </a:r>
            <a:r>
              <a:rPr lang="de-CH" sz="1600" dirty="0"/>
              <a:t> </a:t>
            </a:r>
            <a:r>
              <a:rPr lang="de-CH" sz="1600" dirty="0" err="1"/>
              <a:t>eget</a:t>
            </a:r>
            <a:r>
              <a:rPr lang="de-CH" sz="1600" dirty="0"/>
              <a:t> </a:t>
            </a:r>
            <a:r>
              <a:rPr lang="de-CH" sz="1600" dirty="0" err="1"/>
              <a:t>hendrerit</a:t>
            </a:r>
            <a:r>
              <a:rPr lang="de-CH" sz="1600" dirty="0"/>
              <a:t> </a:t>
            </a:r>
            <a:r>
              <a:rPr lang="de-CH" sz="1600" dirty="0" err="1"/>
              <a:t>rutrum</a:t>
            </a:r>
            <a:r>
              <a:rPr lang="de-CH" sz="1600" dirty="0"/>
              <a:t>. </a:t>
            </a:r>
            <a:r>
              <a:rPr lang="de-CH" sz="1600" dirty="0" err="1"/>
              <a:t>Pellentesque</a:t>
            </a:r>
            <a:r>
              <a:rPr lang="de-CH" sz="1600" dirty="0"/>
              <a:t> maximus, </a:t>
            </a:r>
            <a:r>
              <a:rPr lang="de-CH" sz="1600" dirty="0" err="1"/>
              <a:t>libero</a:t>
            </a:r>
            <a:r>
              <a:rPr lang="de-CH" sz="1600" dirty="0"/>
              <a:t> et </a:t>
            </a:r>
            <a:r>
              <a:rPr lang="de-CH" sz="1600" dirty="0" err="1"/>
              <a:t>lacinia</a:t>
            </a:r>
            <a:r>
              <a:rPr lang="de-CH" sz="1600" dirty="0"/>
              <a:t> </a:t>
            </a:r>
            <a:r>
              <a:rPr lang="de-CH" sz="1600" dirty="0" err="1"/>
              <a:t>eleifend</a:t>
            </a:r>
            <a:r>
              <a:rPr lang="de-CH" sz="1600" dirty="0"/>
              <a:t>, </a:t>
            </a:r>
            <a:r>
              <a:rPr lang="de-CH" sz="1600" dirty="0" err="1"/>
              <a:t>tortor</a:t>
            </a:r>
            <a:r>
              <a:rPr lang="de-CH" sz="1600" dirty="0"/>
              <a:t> erat </a:t>
            </a:r>
            <a:r>
              <a:rPr lang="de-CH" sz="1600" dirty="0" err="1"/>
              <a:t>luctus</a:t>
            </a:r>
            <a:r>
              <a:rPr lang="de-CH" sz="1600" dirty="0"/>
              <a:t> </a:t>
            </a:r>
            <a:r>
              <a:rPr lang="de-CH" sz="1600" dirty="0" err="1"/>
              <a:t>nisl</a:t>
            </a:r>
            <a:r>
              <a:rPr lang="de-CH" sz="1600" dirty="0"/>
              <a:t>, </a:t>
            </a:r>
            <a:r>
              <a:rPr lang="de-CH" sz="1600" dirty="0" err="1"/>
              <a:t>vel</a:t>
            </a:r>
            <a:r>
              <a:rPr lang="de-CH" sz="1600" dirty="0"/>
              <a:t> </a:t>
            </a:r>
            <a:r>
              <a:rPr lang="de-CH" sz="1600" dirty="0" err="1"/>
              <a:t>tristique</a:t>
            </a:r>
            <a:r>
              <a:rPr lang="de-CH" sz="1600" dirty="0"/>
              <a:t> </a:t>
            </a:r>
            <a:r>
              <a:rPr lang="de-CH" sz="1600" dirty="0" err="1"/>
              <a:t>purus</a:t>
            </a:r>
            <a:r>
              <a:rPr lang="de-CH" sz="1600" dirty="0"/>
              <a:t> </a:t>
            </a:r>
            <a:r>
              <a:rPr lang="de-CH" sz="1600" dirty="0" err="1"/>
              <a:t>dui</a:t>
            </a:r>
            <a:r>
              <a:rPr lang="de-CH" sz="1600" dirty="0"/>
              <a:t> in justo. </a:t>
            </a:r>
            <a:r>
              <a:rPr lang="de-CH" sz="1600" dirty="0" err="1"/>
              <a:t>Fusce</a:t>
            </a:r>
            <a:r>
              <a:rPr lang="de-CH" sz="1600" dirty="0"/>
              <a:t> </a:t>
            </a:r>
            <a:r>
              <a:rPr lang="de-CH" sz="1600" dirty="0" err="1"/>
              <a:t>id</a:t>
            </a:r>
            <a:r>
              <a:rPr lang="de-CH" sz="1600" dirty="0"/>
              <a:t> </a:t>
            </a:r>
            <a:r>
              <a:rPr lang="de-CH" sz="1600" dirty="0" err="1"/>
              <a:t>mollis</a:t>
            </a:r>
            <a:r>
              <a:rPr lang="de-CH" sz="1600" dirty="0"/>
              <a:t> ante.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DFEAE3-45A3-54EB-9A78-A38BED3C6D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CH" dirty="0"/>
              <a:t>Inhalt 1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B716FDD6-5C28-5EB7-98D0-802576353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Untertitel zu Inhalt 1 - Teil 2</a:t>
            </a:r>
          </a:p>
        </p:txBody>
      </p:sp>
    </p:spTree>
    <p:extLst>
      <p:ext uri="{BB962C8B-B14F-4D97-AF65-F5344CB8AC3E}">
        <p14:creationId xmlns:p14="http://schemas.microsoft.com/office/powerpoint/2010/main" val="1407241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602FEC-FE8D-85E0-2C0A-65592953F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4942-EC8B-495C-9A98-AD6F56F0FD28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ED16C8-26A4-39EF-7C83-9D709F36F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pPr/>
              <a:t>7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87ADC-522A-EF98-4113-A2EA48CBD2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CH" dirty="0"/>
              <a:t>Inhalt 2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BCBCA380-671E-EC84-F378-0A5D508EC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Zwischentitel Inhalt 2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3CDBF2D-BEE6-16B7-2D60-DE427CA65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Zwischenuntertitel Inhalt 2</a:t>
            </a:r>
          </a:p>
        </p:txBody>
      </p:sp>
    </p:spTree>
    <p:extLst>
      <p:ext uri="{BB962C8B-B14F-4D97-AF65-F5344CB8AC3E}">
        <p14:creationId xmlns:p14="http://schemas.microsoft.com/office/powerpoint/2010/main" val="2217774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3FFE7B-52FA-168C-A0A2-570B024D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4942-EC8B-495C-9A98-AD6F56F0FD28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4EB02A-454C-55CA-A554-252716EB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pPr/>
              <a:t>8</a:t>
            </a:fld>
            <a:endParaRPr lang="de-CH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BD303F23-7C1E-5030-667B-610A2B7C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CH" dirty="0"/>
              <a:t>Inhalt 2 - Thema Teil 1</a:t>
            </a:r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6AF081AA-1404-DC3E-15DB-68A88F9C4C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CH" sz="1600" dirty="0"/>
              <a:t>Lorem ipsum dolor sit amet, </a:t>
            </a:r>
            <a:r>
              <a:rPr lang="de-CH" sz="1600" dirty="0" err="1"/>
              <a:t>consectetur</a:t>
            </a:r>
            <a:r>
              <a:rPr lang="de-CH" sz="1600" dirty="0"/>
              <a:t> </a:t>
            </a:r>
            <a:r>
              <a:rPr lang="de-CH" sz="1600" dirty="0" err="1"/>
              <a:t>adipiscing</a:t>
            </a:r>
            <a:r>
              <a:rPr lang="de-CH" sz="1600" dirty="0"/>
              <a:t> </a:t>
            </a:r>
            <a:r>
              <a:rPr lang="de-CH" sz="1600" dirty="0" err="1"/>
              <a:t>elit</a:t>
            </a:r>
            <a:r>
              <a:rPr lang="de-CH" sz="1600" dirty="0"/>
              <a:t>. </a:t>
            </a:r>
            <a:r>
              <a:rPr lang="de-CH" sz="1600" dirty="0" err="1"/>
              <a:t>Donec</a:t>
            </a:r>
            <a:r>
              <a:rPr lang="de-CH" sz="1600" dirty="0"/>
              <a:t> non </a:t>
            </a:r>
            <a:r>
              <a:rPr lang="de-CH" sz="1600" dirty="0" err="1"/>
              <a:t>laoreet</a:t>
            </a:r>
            <a:r>
              <a:rPr lang="de-CH" sz="1600" dirty="0"/>
              <a:t> </a:t>
            </a:r>
            <a:r>
              <a:rPr lang="de-CH" sz="1600" dirty="0" err="1"/>
              <a:t>sapien</a:t>
            </a:r>
            <a:r>
              <a:rPr lang="de-CH" sz="1600" dirty="0"/>
              <a:t>, sed </a:t>
            </a:r>
            <a:r>
              <a:rPr lang="de-CH" sz="1600" dirty="0" err="1"/>
              <a:t>porttitor</a:t>
            </a:r>
            <a:r>
              <a:rPr lang="de-CH" sz="1600" dirty="0"/>
              <a:t> </a:t>
            </a:r>
            <a:r>
              <a:rPr lang="de-CH" sz="1600" dirty="0" err="1"/>
              <a:t>urna</a:t>
            </a:r>
            <a:r>
              <a:rPr lang="de-CH" sz="1600" dirty="0"/>
              <a:t>. </a:t>
            </a:r>
            <a:r>
              <a:rPr lang="de-CH" sz="1600" dirty="0" err="1"/>
              <a:t>Quisque</a:t>
            </a:r>
            <a:r>
              <a:rPr lang="de-CH" sz="1600" dirty="0"/>
              <a:t> </a:t>
            </a:r>
            <a:r>
              <a:rPr lang="de-CH" sz="1600" dirty="0" err="1"/>
              <a:t>ultricies</a:t>
            </a:r>
            <a:r>
              <a:rPr lang="de-CH" sz="1600" dirty="0"/>
              <a:t> </a:t>
            </a:r>
            <a:r>
              <a:rPr lang="de-CH" sz="1600" dirty="0" err="1"/>
              <a:t>ullamcorper</a:t>
            </a:r>
            <a:r>
              <a:rPr lang="de-CH" sz="1600" dirty="0"/>
              <a:t> ex. </a:t>
            </a:r>
            <a:r>
              <a:rPr lang="de-CH" sz="1600" dirty="0" err="1"/>
              <a:t>Donec</a:t>
            </a:r>
            <a:r>
              <a:rPr lang="de-CH" sz="1600" dirty="0"/>
              <a:t> </a:t>
            </a:r>
            <a:r>
              <a:rPr lang="de-CH" sz="1600" dirty="0" err="1"/>
              <a:t>quis</a:t>
            </a:r>
            <a:r>
              <a:rPr lang="de-CH" sz="1600" dirty="0"/>
              <a:t> </a:t>
            </a:r>
            <a:r>
              <a:rPr lang="de-CH" sz="1600" dirty="0" err="1"/>
              <a:t>fringilla</a:t>
            </a:r>
            <a:r>
              <a:rPr lang="de-CH" sz="1600" dirty="0"/>
              <a:t> </a:t>
            </a:r>
            <a:r>
              <a:rPr lang="de-CH" sz="1600" dirty="0" err="1"/>
              <a:t>neque</a:t>
            </a:r>
            <a:r>
              <a:rPr lang="de-CH" sz="1600" dirty="0"/>
              <a:t>. </a:t>
            </a:r>
            <a:r>
              <a:rPr lang="de-CH" sz="1600" dirty="0" err="1"/>
              <a:t>Fusce</a:t>
            </a:r>
            <a:r>
              <a:rPr lang="de-CH" sz="1600" dirty="0"/>
              <a:t> </a:t>
            </a:r>
            <a:r>
              <a:rPr lang="de-CH" sz="1600" dirty="0" err="1"/>
              <a:t>nec</a:t>
            </a:r>
            <a:r>
              <a:rPr lang="de-CH" sz="1600" dirty="0"/>
              <a:t> </a:t>
            </a:r>
            <a:r>
              <a:rPr lang="de-CH" sz="1600" dirty="0" err="1"/>
              <a:t>mollis</a:t>
            </a:r>
            <a:r>
              <a:rPr lang="de-CH" sz="1600" dirty="0"/>
              <a:t> </a:t>
            </a:r>
            <a:r>
              <a:rPr lang="de-CH" sz="1600" dirty="0" err="1"/>
              <a:t>lorem</a:t>
            </a:r>
            <a:r>
              <a:rPr lang="de-CH" sz="1600" dirty="0"/>
              <a:t>. </a:t>
            </a:r>
            <a:r>
              <a:rPr lang="de-CH" sz="1600" dirty="0" err="1"/>
              <a:t>Suspendisse</a:t>
            </a:r>
            <a:r>
              <a:rPr lang="de-CH" sz="1600" dirty="0"/>
              <a:t> </a:t>
            </a:r>
            <a:r>
              <a:rPr lang="de-CH" sz="1600" dirty="0" err="1"/>
              <a:t>porta</a:t>
            </a:r>
            <a:r>
              <a:rPr lang="de-CH" sz="1600" dirty="0"/>
              <a:t> non </a:t>
            </a:r>
            <a:r>
              <a:rPr lang="de-CH" sz="1600" dirty="0" err="1"/>
              <a:t>lorem</a:t>
            </a:r>
            <a:r>
              <a:rPr lang="de-CH" sz="1600" dirty="0"/>
              <a:t> </a:t>
            </a:r>
            <a:r>
              <a:rPr lang="de-CH" sz="1600" dirty="0" err="1"/>
              <a:t>vitae</a:t>
            </a:r>
            <a:r>
              <a:rPr lang="de-CH" sz="1600" dirty="0"/>
              <a:t> </a:t>
            </a:r>
            <a:r>
              <a:rPr lang="de-CH" sz="1600" dirty="0" err="1"/>
              <a:t>bibendum</a:t>
            </a:r>
            <a:r>
              <a:rPr lang="de-CH" sz="1600" dirty="0"/>
              <a:t>. </a:t>
            </a:r>
            <a:r>
              <a:rPr lang="de-CH" sz="1600" dirty="0" err="1"/>
              <a:t>Curabitur</a:t>
            </a:r>
            <a:r>
              <a:rPr lang="de-CH" sz="1600" dirty="0"/>
              <a:t> at </a:t>
            </a:r>
            <a:r>
              <a:rPr lang="de-CH" sz="1600" dirty="0" err="1"/>
              <a:t>tincidunt</a:t>
            </a:r>
            <a:r>
              <a:rPr lang="de-CH" sz="1600" dirty="0"/>
              <a:t> </a:t>
            </a:r>
            <a:r>
              <a:rPr lang="de-CH" sz="1600" dirty="0" err="1"/>
              <a:t>turpis</a:t>
            </a:r>
            <a:r>
              <a:rPr lang="de-CH" sz="1600" dirty="0"/>
              <a:t>, sed </a:t>
            </a:r>
            <a:r>
              <a:rPr lang="de-CH" sz="1600" dirty="0" err="1"/>
              <a:t>bibendum</a:t>
            </a:r>
            <a:r>
              <a:rPr lang="de-CH" sz="1600" dirty="0"/>
              <a:t> quam. In </a:t>
            </a:r>
            <a:r>
              <a:rPr lang="de-CH" sz="1600" dirty="0" err="1"/>
              <a:t>aliquet</a:t>
            </a:r>
            <a:r>
              <a:rPr lang="de-CH" sz="1600" dirty="0"/>
              <a:t> </a:t>
            </a:r>
            <a:r>
              <a:rPr lang="de-CH" sz="1600" dirty="0" err="1"/>
              <a:t>imperdiet</a:t>
            </a:r>
            <a:r>
              <a:rPr lang="de-CH" sz="1600" dirty="0"/>
              <a:t> </a:t>
            </a:r>
            <a:r>
              <a:rPr lang="de-CH" sz="1600" dirty="0" err="1"/>
              <a:t>nibh</a:t>
            </a:r>
            <a:r>
              <a:rPr lang="de-CH" sz="1600" dirty="0"/>
              <a:t> </a:t>
            </a:r>
            <a:r>
              <a:rPr lang="de-CH" sz="1600" dirty="0" err="1"/>
              <a:t>ac</a:t>
            </a:r>
            <a:r>
              <a:rPr lang="de-CH" sz="1600" dirty="0"/>
              <a:t> </a:t>
            </a:r>
            <a:r>
              <a:rPr lang="de-CH" sz="1600" dirty="0" err="1"/>
              <a:t>lacinia</a:t>
            </a:r>
            <a:r>
              <a:rPr lang="de-CH" sz="1600" dirty="0"/>
              <a:t>. Sed </a:t>
            </a:r>
            <a:r>
              <a:rPr lang="de-CH" sz="1600" dirty="0" err="1"/>
              <a:t>bibendum</a:t>
            </a:r>
            <a:r>
              <a:rPr lang="de-CH" sz="1600" dirty="0"/>
              <a:t> </a:t>
            </a:r>
            <a:r>
              <a:rPr lang="de-CH" sz="1600" dirty="0" err="1"/>
              <a:t>purus</a:t>
            </a:r>
            <a:r>
              <a:rPr lang="de-CH" sz="1600" dirty="0"/>
              <a:t> </a:t>
            </a:r>
            <a:r>
              <a:rPr lang="de-CH" sz="1600" dirty="0" err="1"/>
              <a:t>vitae</a:t>
            </a:r>
            <a:r>
              <a:rPr lang="de-CH" sz="1600" dirty="0"/>
              <a:t> </a:t>
            </a:r>
            <a:r>
              <a:rPr lang="de-CH" sz="1600" dirty="0" err="1"/>
              <a:t>libero</a:t>
            </a:r>
            <a:r>
              <a:rPr lang="de-CH" sz="1600" dirty="0"/>
              <a:t> </a:t>
            </a:r>
            <a:r>
              <a:rPr lang="de-CH" sz="1600" dirty="0" err="1"/>
              <a:t>scelerisque</a:t>
            </a:r>
            <a:r>
              <a:rPr lang="de-CH" sz="1600" dirty="0"/>
              <a:t> </a:t>
            </a:r>
            <a:r>
              <a:rPr lang="de-CH" sz="1600" dirty="0" err="1"/>
              <a:t>tincidunt</a:t>
            </a:r>
            <a:r>
              <a:rPr lang="de-CH" sz="1600" dirty="0"/>
              <a:t>. </a:t>
            </a:r>
          </a:p>
          <a:p>
            <a:pPr marL="0" indent="0">
              <a:buNone/>
            </a:pPr>
            <a:r>
              <a:rPr lang="de-CH" sz="1600" dirty="0"/>
              <a:t>Morbi </a:t>
            </a:r>
            <a:r>
              <a:rPr lang="de-CH" sz="1600" dirty="0" err="1"/>
              <a:t>vitae</a:t>
            </a:r>
            <a:r>
              <a:rPr lang="de-CH" sz="1600" dirty="0"/>
              <a:t> </a:t>
            </a:r>
            <a:r>
              <a:rPr lang="de-CH" sz="1600" dirty="0" err="1"/>
              <a:t>vulputate</a:t>
            </a:r>
            <a:r>
              <a:rPr lang="de-CH" sz="1600" dirty="0"/>
              <a:t> quam. Sed </a:t>
            </a:r>
            <a:r>
              <a:rPr lang="de-CH" sz="1600" dirty="0" err="1"/>
              <a:t>ullamcorper</a:t>
            </a:r>
            <a:r>
              <a:rPr lang="de-CH" sz="1600" dirty="0"/>
              <a:t> </a:t>
            </a:r>
            <a:r>
              <a:rPr lang="de-CH" sz="1600" dirty="0" err="1"/>
              <a:t>nisl</a:t>
            </a:r>
            <a:r>
              <a:rPr lang="de-CH" sz="1600" dirty="0"/>
              <a:t> ut </a:t>
            </a:r>
            <a:r>
              <a:rPr lang="de-CH" sz="1600" dirty="0" err="1"/>
              <a:t>sagittis</a:t>
            </a:r>
            <a:r>
              <a:rPr lang="de-CH" sz="1600" dirty="0"/>
              <a:t> </a:t>
            </a:r>
            <a:r>
              <a:rPr lang="de-CH" sz="1600" dirty="0" err="1"/>
              <a:t>consectetur</a:t>
            </a:r>
            <a:r>
              <a:rPr lang="de-CH" sz="1600" dirty="0"/>
              <a:t>. </a:t>
            </a:r>
            <a:r>
              <a:rPr lang="de-CH" sz="1600" dirty="0" err="1"/>
              <a:t>Pellentesque</a:t>
            </a:r>
            <a:r>
              <a:rPr lang="de-CH" sz="1600" dirty="0"/>
              <a:t> </a:t>
            </a:r>
            <a:r>
              <a:rPr lang="de-CH" sz="1600" dirty="0" err="1"/>
              <a:t>dictum</a:t>
            </a:r>
            <a:r>
              <a:rPr lang="de-CH" sz="1600" dirty="0"/>
              <a:t> </a:t>
            </a:r>
            <a:r>
              <a:rPr lang="de-CH" sz="1600" dirty="0" err="1"/>
              <a:t>placerat</a:t>
            </a:r>
            <a:r>
              <a:rPr lang="de-CH" sz="1600" dirty="0"/>
              <a:t> </a:t>
            </a:r>
            <a:r>
              <a:rPr lang="de-CH" sz="1600" dirty="0" err="1"/>
              <a:t>iaculis</a:t>
            </a:r>
            <a:r>
              <a:rPr lang="de-CH" sz="1600" dirty="0"/>
              <a:t>. </a:t>
            </a:r>
            <a:r>
              <a:rPr lang="de-CH" sz="1600" dirty="0" err="1"/>
              <a:t>Aliquam</a:t>
            </a:r>
            <a:r>
              <a:rPr lang="de-CH" sz="1600" dirty="0"/>
              <a:t> </a:t>
            </a:r>
            <a:r>
              <a:rPr lang="de-CH" sz="1600" dirty="0" err="1"/>
              <a:t>bibendum</a:t>
            </a:r>
            <a:r>
              <a:rPr lang="de-CH" sz="1600" dirty="0"/>
              <a:t> </a:t>
            </a:r>
            <a:r>
              <a:rPr lang="de-CH" sz="1600" dirty="0" err="1"/>
              <a:t>pretium</a:t>
            </a:r>
            <a:r>
              <a:rPr lang="de-CH" sz="1600" dirty="0"/>
              <a:t> </a:t>
            </a:r>
            <a:r>
              <a:rPr lang="de-CH" sz="1600" dirty="0" err="1"/>
              <a:t>lorem</a:t>
            </a:r>
            <a:r>
              <a:rPr lang="de-CH" sz="1600" dirty="0"/>
              <a:t> </a:t>
            </a:r>
            <a:r>
              <a:rPr lang="de-CH" sz="1600" dirty="0" err="1"/>
              <a:t>eget</a:t>
            </a:r>
            <a:r>
              <a:rPr lang="de-CH" sz="1600" dirty="0"/>
              <a:t> </a:t>
            </a:r>
            <a:r>
              <a:rPr lang="de-CH" sz="1600" dirty="0" err="1"/>
              <a:t>pellentesque</a:t>
            </a:r>
            <a:r>
              <a:rPr lang="de-CH" sz="1600" dirty="0"/>
              <a:t>. </a:t>
            </a:r>
            <a:r>
              <a:rPr lang="de-CH" sz="1600" dirty="0" err="1"/>
              <a:t>Vivamus</a:t>
            </a:r>
            <a:r>
              <a:rPr lang="de-CH" sz="1600" dirty="0"/>
              <a:t> tempor, </a:t>
            </a:r>
            <a:r>
              <a:rPr lang="de-CH" sz="1600" dirty="0" err="1"/>
              <a:t>purus</a:t>
            </a:r>
            <a:r>
              <a:rPr lang="de-CH" sz="1600" dirty="0"/>
              <a:t> </a:t>
            </a:r>
            <a:r>
              <a:rPr lang="de-CH" sz="1600" dirty="0" err="1"/>
              <a:t>vel</a:t>
            </a:r>
            <a:r>
              <a:rPr lang="de-CH" sz="1600" dirty="0"/>
              <a:t> </a:t>
            </a:r>
            <a:r>
              <a:rPr lang="de-CH" sz="1600" dirty="0" err="1"/>
              <a:t>ullamcorper</a:t>
            </a:r>
            <a:r>
              <a:rPr lang="de-CH" sz="1600" dirty="0"/>
              <a:t> </a:t>
            </a:r>
            <a:r>
              <a:rPr lang="de-CH" sz="1600" dirty="0" err="1"/>
              <a:t>vestibulum</a:t>
            </a:r>
            <a:r>
              <a:rPr lang="de-CH" sz="1600" dirty="0"/>
              <a:t>, justo </a:t>
            </a:r>
            <a:r>
              <a:rPr lang="de-CH" sz="1600" dirty="0" err="1"/>
              <a:t>tellus</a:t>
            </a:r>
            <a:r>
              <a:rPr lang="de-CH" sz="1600" dirty="0"/>
              <a:t> </a:t>
            </a:r>
            <a:r>
              <a:rPr lang="de-CH" sz="1600" dirty="0" err="1"/>
              <a:t>pretium</a:t>
            </a:r>
            <a:r>
              <a:rPr lang="de-CH" sz="1600" dirty="0"/>
              <a:t> nisi, sed </a:t>
            </a:r>
            <a:r>
              <a:rPr lang="de-CH" sz="1600" dirty="0" err="1"/>
              <a:t>condimentum</a:t>
            </a:r>
            <a:r>
              <a:rPr lang="de-CH" sz="1600" dirty="0"/>
              <a:t> </a:t>
            </a:r>
            <a:r>
              <a:rPr lang="de-CH" sz="1600" dirty="0" err="1"/>
              <a:t>nunc</a:t>
            </a:r>
            <a:r>
              <a:rPr lang="de-CH" sz="1600" dirty="0"/>
              <a:t> ex at </a:t>
            </a:r>
            <a:r>
              <a:rPr lang="de-CH" sz="1600" dirty="0" err="1"/>
              <a:t>sapien</a:t>
            </a:r>
            <a:r>
              <a:rPr lang="de-CH" sz="1600" dirty="0"/>
              <a:t>. </a:t>
            </a:r>
            <a:r>
              <a:rPr lang="de-CH" sz="1600" dirty="0" err="1"/>
              <a:t>Etiam</a:t>
            </a:r>
            <a:r>
              <a:rPr lang="de-CH" sz="1600" dirty="0"/>
              <a:t> commodo </a:t>
            </a:r>
            <a:r>
              <a:rPr lang="de-CH" sz="1600" dirty="0" err="1"/>
              <a:t>condimentum</a:t>
            </a:r>
            <a:r>
              <a:rPr lang="de-CH" sz="1600" dirty="0"/>
              <a:t> cursus.</a:t>
            </a:r>
          </a:p>
          <a:p>
            <a:pPr marL="0" indent="0">
              <a:buNone/>
            </a:pPr>
            <a:r>
              <a:rPr lang="de-CH" sz="1600" dirty="0"/>
              <a:t>Vestibulum </a:t>
            </a:r>
            <a:r>
              <a:rPr lang="de-CH" sz="1600" dirty="0" err="1"/>
              <a:t>pulvinar</a:t>
            </a:r>
            <a:r>
              <a:rPr lang="de-CH" sz="1600" dirty="0"/>
              <a:t> </a:t>
            </a:r>
            <a:r>
              <a:rPr lang="de-CH" sz="1600" dirty="0" err="1"/>
              <a:t>sollicitudin</a:t>
            </a:r>
            <a:r>
              <a:rPr lang="de-CH" sz="1600" dirty="0"/>
              <a:t> </a:t>
            </a:r>
            <a:r>
              <a:rPr lang="de-CH" sz="1600" dirty="0" err="1"/>
              <a:t>risus</a:t>
            </a:r>
            <a:r>
              <a:rPr lang="de-CH" sz="1600" dirty="0"/>
              <a:t> ut </a:t>
            </a:r>
            <a:r>
              <a:rPr lang="de-CH" sz="1600" dirty="0" err="1"/>
              <a:t>consequat</a:t>
            </a:r>
            <a:r>
              <a:rPr lang="de-CH" sz="1600" dirty="0"/>
              <a:t>. </a:t>
            </a:r>
            <a:r>
              <a:rPr lang="de-CH" sz="1600" dirty="0" err="1"/>
              <a:t>Quisque</a:t>
            </a:r>
            <a:r>
              <a:rPr lang="de-CH" sz="1600" dirty="0"/>
              <a:t> </a:t>
            </a:r>
            <a:r>
              <a:rPr lang="de-CH" sz="1600" dirty="0" err="1"/>
              <a:t>porta</a:t>
            </a:r>
            <a:r>
              <a:rPr lang="de-CH" sz="1600" dirty="0"/>
              <a:t> cursus </a:t>
            </a:r>
            <a:r>
              <a:rPr lang="de-CH" sz="1600" dirty="0" err="1"/>
              <a:t>volutpat</a:t>
            </a:r>
            <a:r>
              <a:rPr lang="de-CH" sz="1600" dirty="0"/>
              <a:t>. </a:t>
            </a:r>
            <a:r>
              <a:rPr lang="de-CH" sz="1600" dirty="0" err="1"/>
              <a:t>Curabitur</a:t>
            </a:r>
            <a:r>
              <a:rPr lang="de-CH" sz="1600" dirty="0"/>
              <a:t> </a:t>
            </a:r>
            <a:r>
              <a:rPr lang="de-CH" sz="1600" dirty="0" err="1"/>
              <a:t>quis</a:t>
            </a:r>
            <a:r>
              <a:rPr lang="de-CH" sz="1600" dirty="0"/>
              <a:t> dolor </a:t>
            </a:r>
            <a:r>
              <a:rPr lang="de-CH" sz="1600" dirty="0" err="1"/>
              <a:t>quis</a:t>
            </a:r>
            <a:r>
              <a:rPr lang="de-CH" sz="1600" dirty="0"/>
              <a:t> </a:t>
            </a:r>
            <a:r>
              <a:rPr lang="de-CH" sz="1600" dirty="0" err="1"/>
              <a:t>sem</a:t>
            </a:r>
            <a:r>
              <a:rPr lang="de-CH" sz="1600" dirty="0"/>
              <a:t> </a:t>
            </a:r>
            <a:r>
              <a:rPr lang="de-CH" sz="1600" dirty="0" err="1"/>
              <a:t>convallis</a:t>
            </a:r>
            <a:r>
              <a:rPr lang="de-CH" sz="1600" dirty="0"/>
              <a:t> </a:t>
            </a:r>
            <a:r>
              <a:rPr lang="de-CH" sz="1600" dirty="0" err="1"/>
              <a:t>tincidunt</a:t>
            </a:r>
            <a:r>
              <a:rPr lang="de-CH" sz="1600" dirty="0"/>
              <a:t>. </a:t>
            </a:r>
            <a:r>
              <a:rPr lang="de-CH" sz="1600" dirty="0" err="1"/>
              <a:t>Praesent</a:t>
            </a:r>
            <a:r>
              <a:rPr lang="de-CH" sz="1600" dirty="0"/>
              <a:t> </a:t>
            </a:r>
            <a:r>
              <a:rPr lang="de-CH" sz="1600" dirty="0" err="1"/>
              <a:t>vitae</a:t>
            </a:r>
            <a:r>
              <a:rPr lang="de-CH" sz="1600" dirty="0"/>
              <a:t> </a:t>
            </a:r>
            <a:r>
              <a:rPr lang="de-CH" sz="1600" dirty="0" err="1"/>
              <a:t>lectus</a:t>
            </a:r>
            <a:r>
              <a:rPr lang="de-CH" sz="1600" dirty="0"/>
              <a:t> </a:t>
            </a:r>
            <a:r>
              <a:rPr lang="de-CH" sz="1600" dirty="0" err="1"/>
              <a:t>vel</a:t>
            </a:r>
            <a:r>
              <a:rPr lang="de-CH" sz="1600" dirty="0"/>
              <a:t> est </a:t>
            </a:r>
            <a:r>
              <a:rPr lang="de-CH" sz="1600" dirty="0" err="1"/>
              <a:t>tincidunt</a:t>
            </a:r>
            <a:r>
              <a:rPr lang="de-CH" sz="1600" dirty="0"/>
              <a:t> </a:t>
            </a:r>
            <a:r>
              <a:rPr lang="de-CH" sz="1600" dirty="0" err="1"/>
              <a:t>fermentum</a:t>
            </a:r>
            <a:r>
              <a:rPr lang="de-CH" sz="1600" dirty="0"/>
              <a:t> at </a:t>
            </a:r>
            <a:r>
              <a:rPr lang="de-CH" sz="1600" dirty="0" err="1"/>
              <a:t>ac</a:t>
            </a:r>
            <a:r>
              <a:rPr lang="de-CH" sz="1600" dirty="0"/>
              <a:t> </a:t>
            </a:r>
            <a:r>
              <a:rPr lang="de-CH" sz="1600" dirty="0" err="1"/>
              <a:t>enim</a:t>
            </a:r>
            <a:r>
              <a:rPr lang="de-CH" sz="1600" dirty="0"/>
              <a:t>. </a:t>
            </a:r>
            <a:r>
              <a:rPr lang="de-CH" sz="1600" dirty="0" err="1"/>
              <a:t>Praesent</a:t>
            </a:r>
            <a:r>
              <a:rPr lang="de-CH" sz="1600" dirty="0"/>
              <a:t> </a:t>
            </a:r>
            <a:r>
              <a:rPr lang="de-CH" sz="1600" dirty="0" err="1"/>
              <a:t>mollis</a:t>
            </a:r>
            <a:r>
              <a:rPr lang="de-CH" sz="1600" dirty="0"/>
              <a:t> </a:t>
            </a:r>
            <a:r>
              <a:rPr lang="de-CH" sz="1600" dirty="0" err="1"/>
              <a:t>metus</a:t>
            </a:r>
            <a:r>
              <a:rPr lang="de-CH" sz="1600" dirty="0"/>
              <a:t> </a:t>
            </a:r>
            <a:r>
              <a:rPr lang="de-CH" sz="1600" dirty="0" err="1"/>
              <a:t>eget</a:t>
            </a:r>
            <a:r>
              <a:rPr lang="de-CH" sz="1600" dirty="0"/>
              <a:t> </a:t>
            </a:r>
            <a:r>
              <a:rPr lang="de-CH" sz="1600" dirty="0" err="1"/>
              <a:t>hendrerit</a:t>
            </a:r>
            <a:r>
              <a:rPr lang="de-CH" sz="1600" dirty="0"/>
              <a:t> </a:t>
            </a:r>
            <a:r>
              <a:rPr lang="de-CH" sz="1600" dirty="0" err="1"/>
              <a:t>rutrum</a:t>
            </a:r>
            <a:r>
              <a:rPr lang="de-CH" sz="1600" dirty="0"/>
              <a:t>. </a:t>
            </a:r>
            <a:r>
              <a:rPr lang="de-CH" sz="1600" dirty="0" err="1"/>
              <a:t>Pellentesque</a:t>
            </a:r>
            <a:r>
              <a:rPr lang="de-CH" sz="1600" dirty="0"/>
              <a:t> maximus, </a:t>
            </a:r>
            <a:r>
              <a:rPr lang="de-CH" sz="1600" dirty="0" err="1"/>
              <a:t>libero</a:t>
            </a:r>
            <a:r>
              <a:rPr lang="de-CH" sz="1600" dirty="0"/>
              <a:t> et </a:t>
            </a:r>
            <a:r>
              <a:rPr lang="de-CH" sz="1600" dirty="0" err="1"/>
              <a:t>lacinia</a:t>
            </a:r>
            <a:r>
              <a:rPr lang="de-CH" sz="1600" dirty="0"/>
              <a:t> </a:t>
            </a:r>
            <a:r>
              <a:rPr lang="de-CH" sz="1600" dirty="0" err="1"/>
              <a:t>eleifend</a:t>
            </a:r>
            <a:r>
              <a:rPr lang="de-CH" sz="1600" dirty="0"/>
              <a:t>, </a:t>
            </a:r>
            <a:r>
              <a:rPr lang="de-CH" sz="1600" dirty="0" err="1"/>
              <a:t>tortor</a:t>
            </a:r>
            <a:r>
              <a:rPr lang="de-CH" sz="1600" dirty="0"/>
              <a:t> erat </a:t>
            </a:r>
            <a:r>
              <a:rPr lang="de-CH" sz="1600" dirty="0" err="1"/>
              <a:t>luctus</a:t>
            </a:r>
            <a:r>
              <a:rPr lang="de-CH" sz="1600" dirty="0"/>
              <a:t> </a:t>
            </a:r>
            <a:r>
              <a:rPr lang="de-CH" sz="1600" dirty="0" err="1"/>
              <a:t>nisl</a:t>
            </a:r>
            <a:r>
              <a:rPr lang="de-CH" sz="1600" dirty="0"/>
              <a:t>, </a:t>
            </a:r>
            <a:r>
              <a:rPr lang="de-CH" sz="1600" dirty="0" err="1"/>
              <a:t>vel</a:t>
            </a:r>
            <a:r>
              <a:rPr lang="de-CH" sz="1600" dirty="0"/>
              <a:t> </a:t>
            </a:r>
            <a:r>
              <a:rPr lang="de-CH" sz="1600" dirty="0" err="1"/>
              <a:t>tristique</a:t>
            </a:r>
            <a:r>
              <a:rPr lang="de-CH" sz="1600" dirty="0"/>
              <a:t> </a:t>
            </a:r>
            <a:r>
              <a:rPr lang="de-CH" sz="1600" dirty="0" err="1"/>
              <a:t>purus</a:t>
            </a:r>
            <a:r>
              <a:rPr lang="de-CH" sz="1600" dirty="0"/>
              <a:t> </a:t>
            </a:r>
            <a:r>
              <a:rPr lang="de-CH" sz="1600" dirty="0" err="1"/>
              <a:t>dui</a:t>
            </a:r>
            <a:r>
              <a:rPr lang="de-CH" sz="1600" dirty="0"/>
              <a:t> in justo. </a:t>
            </a:r>
            <a:r>
              <a:rPr lang="de-CH" sz="1600" dirty="0" err="1"/>
              <a:t>Fusce</a:t>
            </a:r>
            <a:r>
              <a:rPr lang="de-CH" sz="1600" dirty="0"/>
              <a:t> </a:t>
            </a:r>
            <a:r>
              <a:rPr lang="de-CH" sz="1600" dirty="0" err="1"/>
              <a:t>id</a:t>
            </a:r>
            <a:r>
              <a:rPr lang="de-CH" sz="1600" dirty="0"/>
              <a:t> </a:t>
            </a:r>
            <a:r>
              <a:rPr lang="de-CH" sz="1600" dirty="0" err="1"/>
              <a:t>mollis</a:t>
            </a:r>
            <a:r>
              <a:rPr lang="de-CH" sz="1600" dirty="0"/>
              <a:t> ante.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DFEAE3-45A3-54EB-9A78-A38BED3C6D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CH" dirty="0"/>
              <a:t>Inhalt 2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B716FDD6-5C28-5EB7-98D0-802576353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Untertitel zu Inhalt 2 - Teil 1</a:t>
            </a:r>
          </a:p>
        </p:txBody>
      </p:sp>
    </p:spTree>
    <p:extLst>
      <p:ext uri="{BB962C8B-B14F-4D97-AF65-F5344CB8AC3E}">
        <p14:creationId xmlns:p14="http://schemas.microsoft.com/office/powerpoint/2010/main" val="4284207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3FFE7B-52FA-168C-A0A2-570B024D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4942-EC8B-495C-9A98-AD6F56F0FD28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4EB02A-454C-55CA-A554-252716EB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pPr/>
              <a:t>9</a:t>
            </a:fld>
            <a:endParaRPr lang="de-CH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BD303F23-7C1E-5030-667B-610A2B7C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CH" dirty="0"/>
              <a:t>Inhalt 2 - Thema Teil 2</a:t>
            </a:r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6AF081AA-1404-DC3E-15DB-68A88F9C4C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CH" sz="1600" dirty="0"/>
              <a:t>Lorem ipsum dolor sit amet, </a:t>
            </a:r>
            <a:r>
              <a:rPr lang="de-CH" sz="1600" dirty="0" err="1"/>
              <a:t>consectetur</a:t>
            </a:r>
            <a:r>
              <a:rPr lang="de-CH" sz="1600" dirty="0"/>
              <a:t> </a:t>
            </a:r>
            <a:r>
              <a:rPr lang="de-CH" sz="1600" dirty="0" err="1"/>
              <a:t>adipiscing</a:t>
            </a:r>
            <a:r>
              <a:rPr lang="de-CH" sz="1600" dirty="0"/>
              <a:t> </a:t>
            </a:r>
            <a:r>
              <a:rPr lang="de-CH" sz="1600" dirty="0" err="1"/>
              <a:t>elit</a:t>
            </a:r>
            <a:r>
              <a:rPr lang="de-CH" sz="1600" dirty="0"/>
              <a:t>. </a:t>
            </a:r>
            <a:r>
              <a:rPr lang="de-CH" sz="1600" dirty="0" err="1"/>
              <a:t>Donec</a:t>
            </a:r>
            <a:r>
              <a:rPr lang="de-CH" sz="1600" dirty="0"/>
              <a:t> non </a:t>
            </a:r>
            <a:r>
              <a:rPr lang="de-CH" sz="1600" dirty="0" err="1"/>
              <a:t>laoreet</a:t>
            </a:r>
            <a:r>
              <a:rPr lang="de-CH" sz="1600" dirty="0"/>
              <a:t> </a:t>
            </a:r>
            <a:r>
              <a:rPr lang="de-CH" sz="1600" dirty="0" err="1"/>
              <a:t>sapien</a:t>
            </a:r>
            <a:r>
              <a:rPr lang="de-CH" sz="1600" dirty="0"/>
              <a:t>, sed </a:t>
            </a:r>
            <a:r>
              <a:rPr lang="de-CH" sz="1600" dirty="0" err="1"/>
              <a:t>porttitor</a:t>
            </a:r>
            <a:r>
              <a:rPr lang="de-CH" sz="1600" dirty="0"/>
              <a:t> </a:t>
            </a:r>
            <a:r>
              <a:rPr lang="de-CH" sz="1600" dirty="0" err="1"/>
              <a:t>urna</a:t>
            </a:r>
            <a:r>
              <a:rPr lang="de-CH" sz="1600" dirty="0"/>
              <a:t>. </a:t>
            </a:r>
            <a:r>
              <a:rPr lang="de-CH" sz="1600" dirty="0" err="1"/>
              <a:t>Quisque</a:t>
            </a:r>
            <a:r>
              <a:rPr lang="de-CH" sz="1600" dirty="0"/>
              <a:t> </a:t>
            </a:r>
            <a:r>
              <a:rPr lang="de-CH" sz="1600" dirty="0" err="1"/>
              <a:t>ultricies</a:t>
            </a:r>
            <a:r>
              <a:rPr lang="de-CH" sz="1600" dirty="0"/>
              <a:t> </a:t>
            </a:r>
            <a:r>
              <a:rPr lang="de-CH" sz="1600" dirty="0" err="1"/>
              <a:t>ullamcorper</a:t>
            </a:r>
            <a:r>
              <a:rPr lang="de-CH" sz="1600" dirty="0"/>
              <a:t> ex. </a:t>
            </a:r>
            <a:r>
              <a:rPr lang="de-CH" sz="1600" dirty="0" err="1"/>
              <a:t>Donec</a:t>
            </a:r>
            <a:r>
              <a:rPr lang="de-CH" sz="1600" dirty="0"/>
              <a:t> </a:t>
            </a:r>
            <a:r>
              <a:rPr lang="de-CH" sz="1600" dirty="0" err="1"/>
              <a:t>quis</a:t>
            </a:r>
            <a:r>
              <a:rPr lang="de-CH" sz="1600" dirty="0"/>
              <a:t> </a:t>
            </a:r>
            <a:r>
              <a:rPr lang="de-CH" sz="1600" dirty="0" err="1"/>
              <a:t>fringilla</a:t>
            </a:r>
            <a:r>
              <a:rPr lang="de-CH" sz="1600" dirty="0"/>
              <a:t> </a:t>
            </a:r>
            <a:r>
              <a:rPr lang="de-CH" sz="1600" dirty="0" err="1"/>
              <a:t>neque</a:t>
            </a:r>
            <a:r>
              <a:rPr lang="de-CH" sz="1600" dirty="0"/>
              <a:t>. </a:t>
            </a:r>
            <a:r>
              <a:rPr lang="de-CH" sz="1600" dirty="0" err="1"/>
              <a:t>Fusce</a:t>
            </a:r>
            <a:r>
              <a:rPr lang="de-CH" sz="1600" dirty="0"/>
              <a:t> </a:t>
            </a:r>
            <a:r>
              <a:rPr lang="de-CH" sz="1600" dirty="0" err="1"/>
              <a:t>nec</a:t>
            </a:r>
            <a:r>
              <a:rPr lang="de-CH" sz="1600" dirty="0"/>
              <a:t> </a:t>
            </a:r>
            <a:r>
              <a:rPr lang="de-CH" sz="1600" dirty="0" err="1"/>
              <a:t>mollis</a:t>
            </a:r>
            <a:r>
              <a:rPr lang="de-CH" sz="1600" dirty="0"/>
              <a:t> </a:t>
            </a:r>
            <a:r>
              <a:rPr lang="de-CH" sz="1600" dirty="0" err="1"/>
              <a:t>lorem</a:t>
            </a:r>
            <a:r>
              <a:rPr lang="de-CH" sz="1600" dirty="0"/>
              <a:t>. </a:t>
            </a:r>
            <a:r>
              <a:rPr lang="de-CH" sz="1600" dirty="0" err="1"/>
              <a:t>Suspendisse</a:t>
            </a:r>
            <a:r>
              <a:rPr lang="de-CH" sz="1600" dirty="0"/>
              <a:t> </a:t>
            </a:r>
            <a:r>
              <a:rPr lang="de-CH" sz="1600" dirty="0" err="1"/>
              <a:t>porta</a:t>
            </a:r>
            <a:r>
              <a:rPr lang="de-CH" sz="1600" dirty="0"/>
              <a:t> non </a:t>
            </a:r>
            <a:r>
              <a:rPr lang="de-CH" sz="1600" dirty="0" err="1"/>
              <a:t>lorem</a:t>
            </a:r>
            <a:r>
              <a:rPr lang="de-CH" sz="1600" dirty="0"/>
              <a:t> </a:t>
            </a:r>
            <a:r>
              <a:rPr lang="de-CH" sz="1600" dirty="0" err="1"/>
              <a:t>vitae</a:t>
            </a:r>
            <a:r>
              <a:rPr lang="de-CH" sz="1600" dirty="0"/>
              <a:t> </a:t>
            </a:r>
            <a:r>
              <a:rPr lang="de-CH" sz="1600" dirty="0" err="1"/>
              <a:t>bibendum</a:t>
            </a:r>
            <a:r>
              <a:rPr lang="de-CH" sz="1600" dirty="0"/>
              <a:t>. </a:t>
            </a:r>
            <a:r>
              <a:rPr lang="de-CH" sz="1600" dirty="0" err="1"/>
              <a:t>Curabitur</a:t>
            </a:r>
            <a:r>
              <a:rPr lang="de-CH" sz="1600" dirty="0"/>
              <a:t> at </a:t>
            </a:r>
            <a:r>
              <a:rPr lang="de-CH" sz="1600" dirty="0" err="1"/>
              <a:t>tincidunt</a:t>
            </a:r>
            <a:r>
              <a:rPr lang="de-CH" sz="1600" dirty="0"/>
              <a:t> </a:t>
            </a:r>
            <a:r>
              <a:rPr lang="de-CH" sz="1600" dirty="0" err="1"/>
              <a:t>turpis</a:t>
            </a:r>
            <a:r>
              <a:rPr lang="de-CH" sz="1600" dirty="0"/>
              <a:t>, sed </a:t>
            </a:r>
            <a:r>
              <a:rPr lang="de-CH" sz="1600" dirty="0" err="1"/>
              <a:t>bibendum</a:t>
            </a:r>
            <a:r>
              <a:rPr lang="de-CH" sz="1600" dirty="0"/>
              <a:t> quam. In </a:t>
            </a:r>
            <a:r>
              <a:rPr lang="de-CH" sz="1600" dirty="0" err="1"/>
              <a:t>aliquet</a:t>
            </a:r>
            <a:r>
              <a:rPr lang="de-CH" sz="1600" dirty="0"/>
              <a:t> </a:t>
            </a:r>
            <a:r>
              <a:rPr lang="de-CH" sz="1600" dirty="0" err="1"/>
              <a:t>imperdiet</a:t>
            </a:r>
            <a:r>
              <a:rPr lang="de-CH" sz="1600" dirty="0"/>
              <a:t> </a:t>
            </a:r>
            <a:r>
              <a:rPr lang="de-CH" sz="1600" dirty="0" err="1"/>
              <a:t>nibh</a:t>
            </a:r>
            <a:r>
              <a:rPr lang="de-CH" sz="1600" dirty="0"/>
              <a:t> </a:t>
            </a:r>
            <a:r>
              <a:rPr lang="de-CH" sz="1600" dirty="0" err="1"/>
              <a:t>ac</a:t>
            </a:r>
            <a:r>
              <a:rPr lang="de-CH" sz="1600" dirty="0"/>
              <a:t> </a:t>
            </a:r>
            <a:r>
              <a:rPr lang="de-CH" sz="1600" dirty="0" err="1"/>
              <a:t>lacinia</a:t>
            </a:r>
            <a:r>
              <a:rPr lang="de-CH" sz="1600" dirty="0"/>
              <a:t>. Sed </a:t>
            </a:r>
            <a:r>
              <a:rPr lang="de-CH" sz="1600" dirty="0" err="1"/>
              <a:t>bibendum</a:t>
            </a:r>
            <a:r>
              <a:rPr lang="de-CH" sz="1600" dirty="0"/>
              <a:t> </a:t>
            </a:r>
            <a:r>
              <a:rPr lang="de-CH" sz="1600" dirty="0" err="1"/>
              <a:t>purus</a:t>
            </a:r>
            <a:r>
              <a:rPr lang="de-CH" sz="1600" dirty="0"/>
              <a:t> </a:t>
            </a:r>
            <a:r>
              <a:rPr lang="de-CH" sz="1600" dirty="0" err="1"/>
              <a:t>vitae</a:t>
            </a:r>
            <a:r>
              <a:rPr lang="de-CH" sz="1600" dirty="0"/>
              <a:t> </a:t>
            </a:r>
            <a:r>
              <a:rPr lang="de-CH" sz="1600" dirty="0" err="1"/>
              <a:t>libero</a:t>
            </a:r>
            <a:r>
              <a:rPr lang="de-CH" sz="1600" dirty="0"/>
              <a:t> </a:t>
            </a:r>
            <a:r>
              <a:rPr lang="de-CH" sz="1600" dirty="0" err="1"/>
              <a:t>scelerisque</a:t>
            </a:r>
            <a:r>
              <a:rPr lang="de-CH" sz="1600" dirty="0"/>
              <a:t> </a:t>
            </a:r>
            <a:r>
              <a:rPr lang="de-CH" sz="1600" dirty="0" err="1"/>
              <a:t>tincidunt</a:t>
            </a:r>
            <a:r>
              <a:rPr lang="de-CH" sz="1600" dirty="0"/>
              <a:t>. </a:t>
            </a:r>
          </a:p>
          <a:p>
            <a:pPr marL="0" indent="0">
              <a:buNone/>
            </a:pPr>
            <a:r>
              <a:rPr lang="de-CH" sz="1600" dirty="0"/>
              <a:t>Morbi </a:t>
            </a:r>
            <a:r>
              <a:rPr lang="de-CH" sz="1600" dirty="0" err="1"/>
              <a:t>vitae</a:t>
            </a:r>
            <a:r>
              <a:rPr lang="de-CH" sz="1600" dirty="0"/>
              <a:t> </a:t>
            </a:r>
            <a:r>
              <a:rPr lang="de-CH" sz="1600" dirty="0" err="1"/>
              <a:t>vulputate</a:t>
            </a:r>
            <a:r>
              <a:rPr lang="de-CH" sz="1600" dirty="0"/>
              <a:t> quam. Sed </a:t>
            </a:r>
            <a:r>
              <a:rPr lang="de-CH" sz="1600" dirty="0" err="1"/>
              <a:t>ullamcorper</a:t>
            </a:r>
            <a:r>
              <a:rPr lang="de-CH" sz="1600" dirty="0"/>
              <a:t> </a:t>
            </a:r>
            <a:r>
              <a:rPr lang="de-CH" sz="1600" dirty="0" err="1"/>
              <a:t>nisl</a:t>
            </a:r>
            <a:r>
              <a:rPr lang="de-CH" sz="1600" dirty="0"/>
              <a:t> ut </a:t>
            </a:r>
            <a:r>
              <a:rPr lang="de-CH" sz="1600" dirty="0" err="1"/>
              <a:t>sagittis</a:t>
            </a:r>
            <a:r>
              <a:rPr lang="de-CH" sz="1600" dirty="0"/>
              <a:t> </a:t>
            </a:r>
            <a:r>
              <a:rPr lang="de-CH" sz="1600" dirty="0" err="1"/>
              <a:t>consectetur</a:t>
            </a:r>
            <a:r>
              <a:rPr lang="de-CH" sz="1600" dirty="0"/>
              <a:t>. </a:t>
            </a:r>
            <a:r>
              <a:rPr lang="de-CH" sz="1600" dirty="0" err="1"/>
              <a:t>Pellentesque</a:t>
            </a:r>
            <a:r>
              <a:rPr lang="de-CH" sz="1600" dirty="0"/>
              <a:t> </a:t>
            </a:r>
            <a:r>
              <a:rPr lang="de-CH" sz="1600" dirty="0" err="1"/>
              <a:t>dictum</a:t>
            </a:r>
            <a:r>
              <a:rPr lang="de-CH" sz="1600" dirty="0"/>
              <a:t> </a:t>
            </a:r>
            <a:r>
              <a:rPr lang="de-CH" sz="1600" dirty="0" err="1"/>
              <a:t>placerat</a:t>
            </a:r>
            <a:r>
              <a:rPr lang="de-CH" sz="1600" dirty="0"/>
              <a:t> </a:t>
            </a:r>
            <a:r>
              <a:rPr lang="de-CH" sz="1600" dirty="0" err="1"/>
              <a:t>iaculis</a:t>
            </a:r>
            <a:r>
              <a:rPr lang="de-CH" sz="1600" dirty="0"/>
              <a:t>. </a:t>
            </a:r>
            <a:r>
              <a:rPr lang="de-CH" sz="1600" dirty="0" err="1"/>
              <a:t>Aliquam</a:t>
            </a:r>
            <a:r>
              <a:rPr lang="de-CH" sz="1600" dirty="0"/>
              <a:t> </a:t>
            </a:r>
            <a:r>
              <a:rPr lang="de-CH" sz="1600" dirty="0" err="1"/>
              <a:t>bibendum</a:t>
            </a:r>
            <a:r>
              <a:rPr lang="de-CH" sz="1600" dirty="0"/>
              <a:t> </a:t>
            </a:r>
            <a:r>
              <a:rPr lang="de-CH" sz="1600" dirty="0" err="1"/>
              <a:t>pretium</a:t>
            </a:r>
            <a:r>
              <a:rPr lang="de-CH" sz="1600" dirty="0"/>
              <a:t> </a:t>
            </a:r>
            <a:r>
              <a:rPr lang="de-CH" sz="1600" dirty="0" err="1"/>
              <a:t>lorem</a:t>
            </a:r>
            <a:r>
              <a:rPr lang="de-CH" sz="1600" dirty="0"/>
              <a:t> </a:t>
            </a:r>
            <a:r>
              <a:rPr lang="de-CH" sz="1600" dirty="0" err="1"/>
              <a:t>eget</a:t>
            </a:r>
            <a:r>
              <a:rPr lang="de-CH" sz="1600" dirty="0"/>
              <a:t> </a:t>
            </a:r>
            <a:r>
              <a:rPr lang="de-CH" sz="1600" dirty="0" err="1"/>
              <a:t>pellentesque</a:t>
            </a:r>
            <a:r>
              <a:rPr lang="de-CH" sz="1600" dirty="0"/>
              <a:t>. </a:t>
            </a:r>
            <a:r>
              <a:rPr lang="de-CH" sz="1600" dirty="0" err="1"/>
              <a:t>Vivamus</a:t>
            </a:r>
            <a:r>
              <a:rPr lang="de-CH" sz="1600" dirty="0"/>
              <a:t> tempor, </a:t>
            </a:r>
            <a:r>
              <a:rPr lang="de-CH" sz="1600" dirty="0" err="1"/>
              <a:t>purus</a:t>
            </a:r>
            <a:r>
              <a:rPr lang="de-CH" sz="1600" dirty="0"/>
              <a:t> </a:t>
            </a:r>
            <a:r>
              <a:rPr lang="de-CH" sz="1600" dirty="0" err="1"/>
              <a:t>vel</a:t>
            </a:r>
            <a:r>
              <a:rPr lang="de-CH" sz="1600" dirty="0"/>
              <a:t> </a:t>
            </a:r>
            <a:r>
              <a:rPr lang="de-CH" sz="1600" dirty="0" err="1"/>
              <a:t>ullamcorper</a:t>
            </a:r>
            <a:r>
              <a:rPr lang="de-CH" sz="1600" dirty="0"/>
              <a:t> </a:t>
            </a:r>
            <a:r>
              <a:rPr lang="de-CH" sz="1600" dirty="0" err="1"/>
              <a:t>vestibulum</a:t>
            </a:r>
            <a:r>
              <a:rPr lang="de-CH" sz="1600" dirty="0"/>
              <a:t>, justo </a:t>
            </a:r>
            <a:r>
              <a:rPr lang="de-CH" sz="1600" dirty="0" err="1"/>
              <a:t>tellus</a:t>
            </a:r>
            <a:r>
              <a:rPr lang="de-CH" sz="1600" dirty="0"/>
              <a:t> </a:t>
            </a:r>
            <a:r>
              <a:rPr lang="de-CH" sz="1600" dirty="0" err="1"/>
              <a:t>pretium</a:t>
            </a:r>
            <a:r>
              <a:rPr lang="de-CH" sz="1600" dirty="0"/>
              <a:t> nisi, sed </a:t>
            </a:r>
            <a:r>
              <a:rPr lang="de-CH" sz="1600" dirty="0" err="1"/>
              <a:t>condimentum</a:t>
            </a:r>
            <a:r>
              <a:rPr lang="de-CH" sz="1600" dirty="0"/>
              <a:t> </a:t>
            </a:r>
            <a:r>
              <a:rPr lang="de-CH" sz="1600" dirty="0" err="1"/>
              <a:t>nunc</a:t>
            </a:r>
            <a:r>
              <a:rPr lang="de-CH" sz="1600" dirty="0"/>
              <a:t> ex at </a:t>
            </a:r>
            <a:r>
              <a:rPr lang="de-CH" sz="1600" dirty="0" err="1"/>
              <a:t>sapien</a:t>
            </a:r>
            <a:r>
              <a:rPr lang="de-CH" sz="1600" dirty="0"/>
              <a:t>. </a:t>
            </a:r>
            <a:r>
              <a:rPr lang="de-CH" sz="1600" dirty="0" err="1"/>
              <a:t>Etiam</a:t>
            </a:r>
            <a:r>
              <a:rPr lang="de-CH" sz="1600" dirty="0"/>
              <a:t> commodo </a:t>
            </a:r>
            <a:r>
              <a:rPr lang="de-CH" sz="1600" dirty="0" err="1"/>
              <a:t>condimentum</a:t>
            </a:r>
            <a:r>
              <a:rPr lang="de-CH" sz="1600" dirty="0"/>
              <a:t> cursus.</a:t>
            </a:r>
          </a:p>
          <a:p>
            <a:pPr marL="0" indent="0">
              <a:buNone/>
            </a:pPr>
            <a:r>
              <a:rPr lang="de-CH" sz="1600" dirty="0"/>
              <a:t>Vestibulum </a:t>
            </a:r>
            <a:r>
              <a:rPr lang="de-CH" sz="1600" dirty="0" err="1"/>
              <a:t>pulvinar</a:t>
            </a:r>
            <a:r>
              <a:rPr lang="de-CH" sz="1600" dirty="0"/>
              <a:t> </a:t>
            </a:r>
            <a:r>
              <a:rPr lang="de-CH" sz="1600" dirty="0" err="1"/>
              <a:t>sollicitudin</a:t>
            </a:r>
            <a:r>
              <a:rPr lang="de-CH" sz="1600" dirty="0"/>
              <a:t> </a:t>
            </a:r>
            <a:r>
              <a:rPr lang="de-CH" sz="1600" dirty="0" err="1"/>
              <a:t>risus</a:t>
            </a:r>
            <a:r>
              <a:rPr lang="de-CH" sz="1600" dirty="0"/>
              <a:t> ut </a:t>
            </a:r>
            <a:r>
              <a:rPr lang="de-CH" sz="1600" dirty="0" err="1"/>
              <a:t>consequat</a:t>
            </a:r>
            <a:r>
              <a:rPr lang="de-CH" sz="1600" dirty="0"/>
              <a:t>. </a:t>
            </a:r>
            <a:r>
              <a:rPr lang="de-CH" sz="1600" dirty="0" err="1"/>
              <a:t>Quisque</a:t>
            </a:r>
            <a:r>
              <a:rPr lang="de-CH" sz="1600" dirty="0"/>
              <a:t> </a:t>
            </a:r>
            <a:r>
              <a:rPr lang="de-CH" sz="1600" dirty="0" err="1"/>
              <a:t>porta</a:t>
            </a:r>
            <a:r>
              <a:rPr lang="de-CH" sz="1600" dirty="0"/>
              <a:t> cursus </a:t>
            </a:r>
            <a:r>
              <a:rPr lang="de-CH" sz="1600" dirty="0" err="1"/>
              <a:t>volutpat</a:t>
            </a:r>
            <a:r>
              <a:rPr lang="de-CH" sz="1600" dirty="0"/>
              <a:t>. </a:t>
            </a:r>
            <a:r>
              <a:rPr lang="de-CH" sz="1600" dirty="0" err="1"/>
              <a:t>Curabitur</a:t>
            </a:r>
            <a:r>
              <a:rPr lang="de-CH" sz="1600" dirty="0"/>
              <a:t> </a:t>
            </a:r>
            <a:r>
              <a:rPr lang="de-CH" sz="1600" dirty="0" err="1"/>
              <a:t>quis</a:t>
            </a:r>
            <a:r>
              <a:rPr lang="de-CH" sz="1600" dirty="0"/>
              <a:t> dolor </a:t>
            </a:r>
            <a:r>
              <a:rPr lang="de-CH" sz="1600" dirty="0" err="1"/>
              <a:t>quis</a:t>
            </a:r>
            <a:r>
              <a:rPr lang="de-CH" sz="1600" dirty="0"/>
              <a:t> </a:t>
            </a:r>
            <a:r>
              <a:rPr lang="de-CH" sz="1600" dirty="0" err="1"/>
              <a:t>sem</a:t>
            </a:r>
            <a:r>
              <a:rPr lang="de-CH" sz="1600" dirty="0"/>
              <a:t> </a:t>
            </a:r>
            <a:r>
              <a:rPr lang="de-CH" sz="1600" dirty="0" err="1"/>
              <a:t>convallis</a:t>
            </a:r>
            <a:r>
              <a:rPr lang="de-CH" sz="1600" dirty="0"/>
              <a:t> </a:t>
            </a:r>
            <a:r>
              <a:rPr lang="de-CH" sz="1600" dirty="0" err="1"/>
              <a:t>tincidunt</a:t>
            </a:r>
            <a:r>
              <a:rPr lang="de-CH" sz="1600" dirty="0"/>
              <a:t>. </a:t>
            </a:r>
            <a:r>
              <a:rPr lang="de-CH" sz="1600" dirty="0" err="1"/>
              <a:t>Praesent</a:t>
            </a:r>
            <a:r>
              <a:rPr lang="de-CH" sz="1600" dirty="0"/>
              <a:t> </a:t>
            </a:r>
            <a:r>
              <a:rPr lang="de-CH" sz="1600" dirty="0" err="1"/>
              <a:t>vitae</a:t>
            </a:r>
            <a:r>
              <a:rPr lang="de-CH" sz="1600" dirty="0"/>
              <a:t> </a:t>
            </a:r>
            <a:r>
              <a:rPr lang="de-CH" sz="1600" dirty="0" err="1"/>
              <a:t>lectus</a:t>
            </a:r>
            <a:r>
              <a:rPr lang="de-CH" sz="1600" dirty="0"/>
              <a:t> </a:t>
            </a:r>
            <a:r>
              <a:rPr lang="de-CH" sz="1600" dirty="0" err="1"/>
              <a:t>vel</a:t>
            </a:r>
            <a:r>
              <a:rPr lang="de-CH" sz="1600" dirty="0"/>
              <a:t> est </a:t>
            </a:r>
            <a:r>
              <a:rPr lang="de-CH" sz="1600" dirty="0" err="1"/>
              <a:t>tincidunt</a:t>
            </a:r>
            <a:r>
              <a:rPr lang="de-CH" sz="1600" dirty="0"/>
              <a:t> </a:t>
            </a:r>
            <a:r>
              <a:rPr lang="de-CH" sz="1600" dirty="0" err="1"/>
              <a:t>fermentum</a:t>
            </a:r>
            <a:r>
              <a:rPr lang="de-CH" sz="1600" dirty="0"/>
              <a:t> at </a:t>
            </a:r>
            <a:r>
              <a:rPr lang="de-CH" sz="1600" dirty="0" err="1"/>
              <a:t>ac</a:t>
            </a:r>
            <a:r>
              <a:rPr lang="de-CH" sz="1600" dirty="0"/>
              <a:t> </a:t>
            </a:r>
            <a:r>
              <a:rPr lang="de-CH" sz="1600" dirty="0" err="1"/>
              <a:t>enim</a:t>
            </a:r>
            <a:r>
              <a:rPr lang="de-CH" sz="1600" dirty="0"/>
              <a:t>. </a:t>
            </a:r>
            <a:r>
              <a:rPr lang="de-CH" sz="1600" dirty="0" err="1"/>
              <a:t>Praesent</a:t>
            </a:r>
            <a:r>
              <a:rPr lang="de-CH" sz="1600" dirty="0"/>
              <a:t> </a:t>
            </a:r>
            <a:r>
              <a:rPr lang="de-CH" sz="1600" dirty="0" err="1"/>
              <a:t>mollis</a:t>
            </a:r>
            <a:r>
              <a:rPr lang="de-CH" sz="1600" dirty="0"/>
              <a:t> </a:t>
            </a:r>
            <a:r>
              <a:rPr lang="de-CH" sz="1600" dirty="0" err="1"/>
              <a:t>metus</a:t>
            </a:r>
            <a:r>
              <a:rPr lang="de-CH" sz="1600" dirty="0"/>
              <a:t> </a:t>
            </a:r>
            <a:r>
              <a:rPr lang="de-CH" sz="1600" dirty="0" err="1"/>
              <a:t>eget</a:t>
            </a:r>
            <a:r>
              <a:rPr lang="de-CH" sz="1600" dirty="0"/>
              <a:t> </a:t>
            </a:r>
            <a:r>
              <a:rPr lang="de-CH" sz="1600" dirty="0" err="1"/>
              <a:t>hendrerit</a:t>
            </a:r>
            <a:r>
              <a:rPr lang="de-CH" sz="1600" dirty="0"/>
              <a:t> </a:t>
            </a:r>
            <a:r>
              <a:rPr lang="de-CH" sz="1600" dirty="0" err="1"/>
              <a:t>rutrum</a:t>
            </a:r>
            <a:r>
              <a:rPr lang="de-CH" sz="1600" dirty="0"/>
              <a:t>. </a:t>
            </a:r>
            <a:r>
              <a:rPr lang="de-CH" sz="1600" dirty="0" err="1"/>
              <a:t>Pellentesque</a:t>
            </a:r>
            <a:r>
              <a:rPr lang="de-CH" sz="1600" dirty="0"/>
              <a:t> maximus, </a:t>
            </a:r>
            <a:r>
              <a:rPr lang="de-CH" sz="1600" dirty="0" err="1"/>
              <a:t>libero</a:t>
            </a:r>
            <a:r>
              <a:rPr lang="de-CH" sz="1600" dirty="0"/>
              <a:t> et </a:t>
            </a:r>
            <a:r>
              <a:rPr lang="de-CH" sz="1600" dirty="0" err="1"/>
              <a:t>lacinia</a:t>
            </a:r>
            <a:r>
              <a:rPr lang="de-CH" sz="1600" dirty="0"/>
              <a:t> </a:t>
            </a:r>
            <a:r>
              <a:rPr lang="de-CH" sz="1600" dirty="0" err="1"/>
              <a:t>eleifend</a:t>
            </a:r>
            <a:r>
              <a:rPr lang="de-CH" sz="1600" dirty="0"/>
              <a:t>, </a:t>
            </a:r>
            <a:r>
              <a:rPr lang="de-CH" sz="1600" dirty="0" err="1"/>
              <a:t>tortor</a:t>
            </a:r>
            <a:r>
              <a:rPr lang="de-CH" sz="1600" dirty="0"/>
              <a:t> erat </a:t>
            </a:r>
            <a:r>
              <a:rPr lang="de-CH" sz="1600" dirty="0" err="1"/>
              <a:t>luctus</a:t>
            </a:r>
            <a:r>
              <a:rPr lang="de-CH" sz="1600" dirty="0"/>
              <a:t> </a:t>
            </a:r>
            <a:r>
              <a:rPr lang="de-CH" sz="1600" dirty="0" err="1"/>
              <a:t>nisl</a:t>
            </a:r>
            <a:r>
              <a:rPr lang="de-CH" sz="1600" dirty="0"/>
              <a:t>, </a:t>
            </a:r>
            <a:r>
              <a:rPr lang="de-CH" sz="1600" dirty="0" err="1"/>
              <a:t>vel</a:t>
            </a:r>
            <a:r>
              <a:rPr lang="de-CH" sz="1600" dirty="0"/>
              <a:t> </a:t>
            </a:r>
            <a:r>
              <a:rPr lang="de-CH" sz="1600" dirty="0" err="1"/>
              <a:t>tristique</a:t>
            </a:r>
            <a:r>
              <a:rPr lang="de-CH" sz="1600" dirty="0"/>
              <a:t> </a:t>
            </a:r>
            <a:r>
              <a:rPr lang="de-CH" sz="1600" dirty="0" err="1"/>
              <a:t>purus</a:t>
            </a:r>
            <a:r>
              <a:rPr lang="de-CH" sz="1600" dirty="0"/>
              <a:t> </a:t>
            </a:r>
            <a:r>
              <a:rPr lang="de-CH" sz="1600" dirty="0" err="1"/>
              <a:t>dui</a:t>
            </a:r>
            <a:r>
              <a:rPr lang="de-CH" sz="1600" dirty="0"/>
              <a:t> in justo. </a:t>
            </a:r>
            <a:r>
              <a:rPr lang="de-CH" sz="1600" dirty="0" err="1"/>
              <a:t>Fusce</a:t>
            </a:r>
            <a:r>
              <a:rPr lang="de-CH" sz="1600" dirty="0"/>
              <a:t> </a:t>
            </a:r>
            <a:r>
              <a:rPr lang="de-CH" sz="1600" dirty="0" err="1"/>
              <a:t>id</a:t>
            </a:r>
            <a:r>
              <a:rPr lang="de-CH" sz="1600" dirty="0"/>
              <a:t> </a:t>
            </a:r>
            <a:r>
              <a:rPr lang="de-CH" sz="1600" dirty="0" err="1"/>
              <a:t>mollis</a:t>
            </a:r>
            <a:r>
              <a:rPr lang="de-CH" sz="1600" dirty="0"/>
              <a:t> ante.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DFEAE3-45A3-54EB-9A78-A38BED3C6D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CH" dirty="0"/>
              <a:t>Inhalt 2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B716FDD6-5C28-5EB7-98D0-802576353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Untertitel zu Inhalt 2 - Teil 2</a:t>
            </a:r>
          </a:p>
        </p:txBody>
      </p:sp>
    </p:spTree>
    <p:extLst>
      <p:ext uri="{BB962C8B-B14F-4D97-AF65-F5344CB8AC3E}">
        <p14:creationId xmlns:p14="http://schemas.microsoft.com/office/powerpoint/2010/main" val="3845213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Tabelle 67">
            <a:extLst>
              <a:ext uri="{FF2B5EF4-FFF2-40B4-BE49-F238E27FC236}">
                <a16:creationId xmlns:a16="http://schemas.microsoft.com/office/drawing/2014/main" id="{255F49D1-8B2C-3448-8293-12097FFF7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71882"/>
              </p:ext>
            </p:extLst>
          </p:nvPr>
        </p:nvGraphicFramePr>
        <p:xfrm>
          <a:off x="922752" y="5983299"/>
          <a:ext cx="10830560" cy="22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0224755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76589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1215567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36799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367452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686010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696569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538761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5124210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860769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730216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5079039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095547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661920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52388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028134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6995759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0482984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1787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10917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621234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6258309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7807608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669837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802827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698209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4397791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0538507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9195389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0173777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8003894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1641318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676394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001311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791496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576396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1350138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78121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85544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008597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5370859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95503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710229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9332944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791315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5436422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408573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799126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7135646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872152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340328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44509563"/>
                    </a:ext>
                  </a:extLst>
                </a:gridCol>
              </a:tblGrid>
              <a:tr h="222656"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01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02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03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04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b="0" kern="1200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05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06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07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08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09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11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12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13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14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15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16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17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18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19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20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21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22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23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24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25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26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27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28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29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31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32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33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34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35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36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37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38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39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40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41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42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43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44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45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46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47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48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49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50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51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dirty="0">
                          <a:latin typeface="Century Gothic" panose="020B0502020202020204" pitchFamily="34" charset="0"/>
                        </a:rPr>
                        <a:t>52</a:t>
                      </a:r>
                    </a:p>
                  </a:txBody>
                  <a:tcPr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898061"/>
                  </a:ext>
                </a:extLst>
              </a:tr>
            </a:tbl>
          </a:graphicData>
        </a:graphic>
      </p:graphicFrame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18C78D6-563A-EC70-022D-4B4E43BEC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22F7-4EED-4F6C-87AC-4F253A3903D1}" type="datetime1">
              <a:rPr lang="de-DE" smtClean="0"/>
              <a:pPr/>
              <a:t>10.12.2024</a:t>
            </a:fld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93C7115-8188-50DD-114A-9ED618AFA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BAAB2-D29F-4E34-9D1C-9CE0F02D5F58}" type="slidenum">
              <a:rPr lang="de-CH" smtClean="0"/>
              <a:t>10</a:t>
            </a:fld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4836F19-0B41-7B3C-BAD6-3AE76BB9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CH" dirty="0"/>
              <a:t>Terminplan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14B230-CEBD-94CF-E5C9-20D881FE1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CH" dirty="0"/>
              <a:t>Terminplan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3A76AB7-1C29-68E3-311C-D041D881B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Schematisch zu Produktentstehungsprozess PEP</a:t>
            </a:r>
          </a:p>
        </p:txBody>
      </p:sp>
      <p:graphicFrame>
        <p:nvGraphicFramePr>
          <p:cNvPr id="11" name="Tabelle 11">
            <a:extLst>
              <a:ext uri="{FF2B5EF4-FFF2-40B4-BE49-F238E27FC236}">
                <a16:creationId xmlns:a16="http://schemas.microsoft.com/office/drawing/2014/main" id="{456E8483-E469-AF77-E6F6-66F640258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504115"/>
              </p:ext>
            </p:extLst>
          </p:nvPr>
        </p:nvGraphicFramePr>
        <p:xfrm>
          <a:off x="927942" y="5636543"/>
          <a:ext cx="10825368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114">
                  <a:extLst>
                    <a:ext uri="{9D8B030D-6E8A-4147-A177-3AD203B41FA5}">
                      <a16:colId xmlns:a16="http://schemas.microsoft.com/office/drawing/2014/main" val="2891800359"/>
                    </a:ext>
                  </a:extLst>
                </a:gridCol>
                <a:gridCol w="902114">
                  <a:extLst>
                    <a:ext uri="{9D8B030D-6E8A-4147-A177-3AD203B41FA5}">
                      <a16:colId xmlns:a16="http://schemas.microsoft.com/office/drawing/2014/main" val="2111570786"/>
                    </a:ext>
                  </a:extLst>
                </a:gridCol>
                <a:gridCol w="902114">
                  <a:extLst>
                    <a:ext uri="{9D8B030D-6E8A-4147-A177-3AD203B41FA5}">
                      <a16:colId xmlns:a16="http://schemas.microsoft.com/office/drawing/2014/main" val="4143037169"/>
                    </a:ext>
                  </a:extLst>
                </a:gridCol>
                <a:gridCol w="902114">
                  <a:extLst>
                    <a:ext uri="{9D8B030D-6E8A-4147-A177-3AD203B41FA5}">
                      <a16:colId xmlns:a16="http://schemas.microsoft.com/office/drawing/2014/main" val="315187015"/>
                    </a:ext>
                  </a:extLst>
                </a:gridCol>
                <a:gridCol w="902114">
                  <a:extLst>
                    <a:ext uri="{9D8B030D-6E8A-4147-A177-3AD203B41FA5}">
                      <a16:colId xmlns:a16="http://schemas.microsoft.com/office/drawing/2014/main" val="457457230"/>
                    </a:ext>
                  </a:extLst>
                </a:gridCol>
                <a:gridCol w="902114">
                  <a:extLst>
                    <a:ext uri="{9D8B030D-6E8A-4147-A177-3AD203B41FA5}">
                      <a16:colId xmlns:a16="http://schemas.microsoft.com/office/drawing/2014/main" val="632338807"/>
                    </a:ext>
                  </a:extLst>
                </a:gridCol>
                <a:gridCol w="902114">
                  <a:extLst>
                    <a:ext uri="{9D8B030D-6E8A-4147-A177-3AD203B41FA5}">
                      <a16:colId xmlns:a16="http://schemas.microsoft.com/office/drawing/2014/main" val="4269648267"/>
                    </a:ext>
                  </a:extLst>
                </a:gridCol>
                <a:gridCol w="902114">
                  <a:extLst>
                    <a:ext uri="{9D8B030D-6E8A-4147-A177-3AD203B41FA5}">
                      <a16:colId xmlns:a16="http://schemas.microsoft.com/office/drawing/2014/main" val="3090422958"/>
                    </a:ext>
                  </a:extLst>
                </a:gridCol>
                <a:gridCol w="902114">
                  <a:extLst>
                    <a:ext uri="{9D8B030D-6E8A-4147-A177-3AD203B41FA5}">
                      <a16:colId xmlns:a16="http://schemas.microsoft.com/office/drawing/2014/main" val="3841874415"/>
                    </a:ext>
                  </a:extLst>
                </a:gridCol>
                <a:gridCol w="902114">
                  <a:extLst>
                    <a:ext uri="{9D8B030D-6E8A-4147-A177-3AD203B41FA5}">
                      <a16:colId xmlns:a16="http://schemas.microsoft.com/office/drawing/2014/main" val="1874814196"/>
                    </a:ext>
                  </a:extLst>
                </a:gridCol>
                <a:gridCol w="902114">
                  <a:extLst>
                    <a:ext uri="{9D8B030D-6E8A-4147-A177-3AD203B41FA5}">
                      <a16:colId xmlns:a16="http://schemas.microsoft.com/office/drawing/2014/main" val="2534879748"/>
                    </a:ext>
                  </a:extLst>
                </a:gridCol>
                <a:gridCol w="902114">
                  <a:extLst>
                    <a:ext uri="{9D8B030D-6E8A-4147-A177-3AD203B41FA5}">
                      <a16:colId xmlns:a16="http://schemas.microsoft.com/office/drawing/2014/main" val="251854284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r>
                        <a:rPr lang="de-CH" sz="1600" b="0" dirty="0">
                          <a:latin typeface="Century Gothic" panose="020B0502020202020204" pitchFamily="34" charset="0"/>
                        </a:rPr>
                        <a:t>Jan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600" b="0" dirty="0">
                          <a:latin typeface="Century Gothic" panose="020B0502020202020204" pitchFamily="34" charset="0"/>
                        </a:rPr>
                        <a:t>Feb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600" b="0" dirty="0">
                          <a:latin typeface="Century Gothic" panose="020B0502020202020204" pitchFamily="34" charset="0"/>
                        </a:rPr>
                        <a:t>März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600" b="0" dirty="0">
                          <a:latin typeface="Century Gothic" panose="020B0502020202020204" pitchFamily="34" charset="0"/>
                        </a:rPr>
                        <a:t>April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600" b="0" dirty="0">
                          <a:latin typeface="Century Gothic" panose="020B0502020202020204" pitchFamily="34" charset="0"/>
                        </a:rPr>
                        <a:t>Mai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600" b="0" dirty="0">
                          <a:latin typeface="Century Gothic" panose="020B0502020202020204" pitchFamily="34" charset="0"/>
                        </a:rPr>
                        <a:t>Juni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600" b="0" dirty="0">
                          <a:latin typeface="Century Gothic" panose="020B0502020202020204" pitchFamily="34" charset="0"/>
                        </a:rPr>
                        <a:t>Juli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600" b="0" dirty="0">
                          <a:latin typeface="Century Gothic" panose="020B0502020202020204" pitchFamily="34" charset="0"/>
                        </a:rPr>
                        <a:t>Aug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600" b="0" dirty="0">
                          <a:latin typeface="Century Gothic" panose="020B0502020202020204" pitchFamily="34" charset="0"/>
                        </a:rPr>
                        <a:t>Sept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600" b="0" dirty="0">
                          <a:latin typeface="Century Gothic" panose="020B0502020202020204" pitchFamily="34" charset="0"/>
                        </a:rPr>
                        <a:t>Okt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600" b="0" dirty="0">
                          <a:latin typeface="Century Gothic" panose="020B0502020202020204" pitchFamily="34" charset="0"/>
                        </a:rPr>
                        <a:t>Nov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600" b="0" dirty="0">
                          <a:latin typeface="Century Gothic" panose="020B0502020202020204" pitchFamily="34" charset="0"/>
                        </a:rPr>
                        <a:t>Dez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816582"/>
                  </a:ext>
                </a:extLst>
              </a:tr>
            </a:tbl>
          </a:graphicData>
        </a:graphic>
      </p:graphicFrame>
      <p:sp>
        <p:nvSpPr>
          <p:cNvPr id="13" name="OTLSHAPE_TB_00000000000000000000000000000000_ElapsedTimeExtension">
            <a:extLst>
              <a:ext uri="{FF2B5EF4-FFF2-40B4-BE49-F238E27FC236}">
                <a16:creationId xmlns:a16="http://schemas.microsoft.com/office/drawing/2014/main" id="{0B5A28A3-FCBC-C02E-0726-506CBDDDC40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27943" y="2322079"/>
            <a:ext cx="3048857" cy="3649744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95000"/>
                  <a:alpha val="42000"/>
                </a:schemeClr>
              </a:gs>
              <a:gs pos="0">
                <a:schemeClr val="bg1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2"/>
              </a:solidFill>
              <a:effectLst>
                <a:outerShdw blurRad="50800" dist="50800" dir="5400000" algn="ctr" rotWithShape="0">
                  <a:schemeClr val="bg2"/>
                </a:outerShdw>
              </a:effectLst>
            </a:endParaRPr>
          </a:p>
        </p:txBody>
      </p:sp>
      <p:sp>
        <p:nvSpPr>
          <p:cNvPr id="14" name="OTLSHAPE_T_5433b813eac84272b68a7acf5ec5b015_Shape">
            <a:extLst>
              <a:ext uri="{FF2B5EF4-FFF2-40B4-BE49-F238E27FC236}">
                <a16:creationId xmlns:a16="http://schemas.microsoft.com/office/drawing/2014/main" id="{A8A31556-9901-CC5B-8DBB-B1B920E3AD9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60174" y="2322079"/>
            <a:ext cx="2405269" cy="279400"/>
          </a:xfrm>
          <a:prstGeom prst="rect">
            <a:avLst/>
          </a:prstGeom>
          <a:solidFill>
            <a:srgbClr val="09C948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latin typeface="Century Gothic" panose="020B0502020202020204" pitchFamily="34" charset="0"/>
              </a:rPr>
              <a:t>Pre-PEP (</a:t>
            </a:r>
            <a:r>
              <a:rPr lang="en-GB" sz="1400" dirty="0" err="1">
                <a:latin typeface="Century Gothic" panose="020B0502020202020204" pitchFamily="34" charset="0"/>
              </a:rPr>
              <a:t>Vorentwicklung</a:t>
            </a:r>
            <a:r>
              <a:rPr lang="en-GB" sz="1400" dirty="0"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5" name="OTLSHAPE_T_5433b813eac84272b68a7acf5ec5b015_Shape">
            <a:extLst>
              <a:ext uri="{FF2B5EF4-FFF2-40B4-BE49-F238E27FC236}">
                <a16:creationId xmlns:a16="http://schemas.microsoft.com/office/drawing/2014/main" id="{874958DC-8AD9-C3E0-BC20-57ECA4BB12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173648" y="2725944"/>
            <a:ext cx="3403600" cy="279400"/>
          </a:xfrm>
          <a:prstGeom prst="rect">
            <a:avLst/>
          </a:prstGeom>
          <a:solidFill>
            <a:srgbClr val="09C948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 err="1">
                <a:latin typeface="Century Gothic" panose="020B0502020202020204" pitchFamily="34" charset="0"/>
              </a:rPr>
              <a:t>Produktdefinition</a:t>
            </a:r>
            <a:endParaRPr lang="en-GB" sz="1400" dirty="0">
              <a:latin typeface="Century Gothic" panose="020B0502020202020204" pitchFamily="34" charset="0"/>
            </a:endParaRPr>
          </a:p>
        </p:txBody>
      </p:sp>
      <p:sp>
        <p:nvSpPr>
          <p:cNvPr id="16" name="OTLSHAPE_T_5433b813eac84272b68a7acf5ec5b015_Shape">
            <a:extLst>
              <a:ext uri="{FF2B5EF4-FFF2-40B4-BE49-F238E27FC236}">
                <a16:creationId xmlns:a16="http://schemas.microsoft.com/office/drawing/2014/main" id="{9D61A156-7306-EC4C-E176-E78BE2E0668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173648" y="3129809"/>
            <a:ext cx="3403600" cy="279400"/>
          </a:xfrm>
          <a:prstGeom prst="rect">
            <a:avLst/>
          </a:prstGeom>
          <a:solidFill>
            <a:srgbClr val="09C948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 err="1">
                <a:latin typeface="Century Gothic" panose="020B0502020202020204" pitchFamily="34" charset="0"/>
              </a:rPr>
              <a:t>Konzeptentwicklung</a:t>
            </a:r>
            <a:endParaRPr lang="en-GB" sz="1400" dirty="0">
              <a:latin typeface="Century Gothic" panose="020B0502020202020204" pitchFamily="34" charset="0"/>
            </a:endParaRPr>
          </a:p>
        </p:txBody>
      </p:sp>
      <p:sp>
        <p:nvSpPr>
          <p:cNvPr id="17" name="OTLSHAPE_T_5433b813eac84272b68a7acf5ec5b015_Shape">
            <a:extLst>
              <a:ext uri="{FF2B5EF4-FFF2-40B4-BE49-F238E27FC236}">
                <a16:creationId xmlns:a16="http://schemas.microsoft.com/office/drawing/2014/main" id="{612B7A36-98C9-C9EE-EAEF-9D71D788D6F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91024" y="3533674"/>
            <a:ext cx="2023028" cy="279400"/>
          </a:xfrm>
          <a:prstGeom prst="rect">
            <a:avLst/>
          </a:prstGeom>
          <a:solidFill>
            <a:srgbClr val="A6A6A6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 err="1">
                <a:latin typeface="Century Gothic" panose="020B0502020202020204" pitchFamily="34" charset="0"/>
              </a:rPr>
              <a:t>Serienentwicklung</a:t>
            </a:r>
            <a:endParaRPr lang="en-GB" sz="1400" dirty="0">
              <a:latin typeface="Century Gothic" panose="020B0502020202020204" pitchFamily="34" charset="0"/>
            </a:endParaRPr>
          </a:p>
        </p:txBody>
      </p:sp>
      <p:sp>
        <p:nvSpPr>
          <p:cNvPr id="18" name="OTLSHAPE_T_5433b813eac84272b68a7acf5ec5b015_Shape">
            <a:extLst>
              <a:ext uri="{FF2B5EF4-FFF2-40B4-BE49-F238E27FC236}">
                <a16:creationId xmlns:a16="http://schemas.microsoft.com/office/drawing/2014/main" id="{2C0CBE88-A743-D836-7C85-248B24BDDA5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391024" y="3937539"/>
            <a:ext cx="2341080" cy="279400"/>
          </a:xfrm>
          <a:prstGeom prst="rect">
            <a:avLst/>
          </a:prstGeom>
          <a:solidFill>
            <a:srgbClr val="A6A6A6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 err="1">
                <a:latin typeface="Century Gothic" panose="020B0502020202020204" pitchFamily="34" charset="0"/>
              </a:rPr>
              <a:t>Serienvorbereitung</a:t>
            </a:r>
            <a:endParaRPr lang="en-GB" sz="1400" dirty="0">
              <a:latin typeface="Century Gothic" panose="020B0502020202020204" pitchFamily="34" charset="0"/>
            </a:endParaRPr>
          </a:p>
        </p:txBody>
      </p:sp>
      <p:sp>
        <p:nvSpPr>
          <p:cNvPr id="19" name="OTLSHAPE_T_5433b813eac84272b68a7acf5ec5b015_Shape">
            <a:extLst>
              <a:ext uri="{FF2B5EF4-FFF2-40B4-BE49-F238E27FC236}">
                <a16:creationId xmlns:a16="http://schemas.microsoft.com/office/drawing/2014/main" id="{3D84D334-6D58-E973-AA30-AE8CB15DA06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36656" y="4341404"/>
            <a:ext cx="1351431" cy="279400"/>
          </a:xfrm>
          <a:prstGeom prst="rect">
            <a:avLst/>
          </a:prstGeom>
          <a:solidFill>
            <a:srgbClr val="09C948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 err="1">
                <a:latin typeface="Century Gothic" panose="020B0502020202020204" pitchFamily="34" charset="0"/>
              </a:rPr>
              <a:t>Serienanlauf</a:t>
            </a:r>
            <a:endParaRPr lang="en-GB" sz="1400" dirty="0">
              <a:latin typeface="Century Gothic" panose="020B0502020202020204" pitchFamily="34" charset="0"/>
            </a:endParaRPr>
          </a:p>
        </p:txBody>
      </p:sp>
      <p:sp>
        <p:nvSpPr>
          <p:cNvPr id="20" name="OTLSHAPE_T_5433b813eac84272b68a7acf5ec5b015_Shape">
            <a:extLst>
              <a:ext uri="{FF2B5EF4-FFF2-40B4-BE49-F238E27FC236}">
                <a16:creationId xmlns:a16="http://schemas.microsoft.com/office/drawing/2014/main" id="{BD945921-A703-C0A2-DA9E-968EF796BDF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388087" y="4745269"/>
            <a:ext cx="1351428" cy="279400"/>
          </a:xfrm>
          <a:prstGeom prst="rect">
            <a:avLst/>
          </a:prstGeom>
          <a:solidFill>
            <a:srgbClr val="09C948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latin typeface="Century Gothic" panose="020B0502020202020204" pitchFamily="34" charset="0"/>
              </a:rPr>
              <a:t>Serie</a:t>
            </a:r>
          </a:p>
        </p:txBody>
      </p:sp>
      <p:sp>
        <p:nvSpPr>
          <p:cNvPr id="21" name="OTLSHAPE_T_5433b813eac84272b68a7acf5ec5b015_Shape">
            <a:extLst>
              <a:ext uri="{FF2B5EF4-FFF2-40B4-BE49-F238E27FC236}">
                <a16:creationId xmlns:a16="http://schemas.microsoft.com/office/drawing/2014/main" id="{10ED310F-19AD-2D6C-C339-4F502275D0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739515" y="5183479"/>
            <a:ext cx="1483210" cy="279400"/>
          </a:xfrm>
          <a:prstGeom prst="rect">
            <a:avLst/>
          </a:prstGeom>
          <a:solidFill>
            <a:srgbClr val="09C948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 err="1">
                <a:latin typeface="Century Gothic" panose="020B0502020202020204" pitchFamily="34" charset="0"/>
              </a:rPr>
              <a:t>Produktpflege</a:t>
            </a:r>
            <a:endParaRPr lang="en-GB" sz="1400" dirty="0">
              <a:latin typeface="Century Gothic" panose="020B0502020202020204" pitchFamily="34" charset="0"/>
            </a:endParaRPr>
          </a:p>
        </p:txBody>
      </p:sp>
      <p:sp>
        <p:nvSpPr>
          <p:cNvPr id="22" name="OTLSHAPE_T_8946987c5b794444934420cf76f92f8b_Duration">
            <a:extLst>
              <a:ext uri="{FF2B5EF4-FFF2-40B4-BE49-F238E27FC236}">
                <a16:creationId xmlns:a16="http://schemas.microsoft.com/office/drawing/2014/main" id="{B8C11362-16AB-3E70-9DE3-DCDD9F0C07D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98781" y="2383766"/>
            <a:ext cx="743847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55 </a:t>
            </a:r>
            <a:r>
              <a:rPr lang="en-US" sz="1100" spc="-10" dirty="0" err="1">
                <a:solidFill>
                  <a:schemeClr val="dk1"/>
                </a:solidFill>
                <a:latin typeface="Century Gothic" panose="020B0502020202020204" pitchFamily="34" charset="0"/>
              </a:rPr>
              <a:t>Tage</a:t>
            </a:r>
            <a:endParaRPr lang="en-US" sz="1100" spc="-10" dirty="0">
              <a:solidFill>
                <a:schemeClr val="dk1"/>
              </a:solidFill>
              <a:latin typeface="Century Gothic" panose="020B0502020202020204" pitchFamily="34" charset="0"/>
            </a:endParaRPr>
          </a:p>
        </p:txBody>
      </p:sp>
      <p:sp>
        <p:nvSpPr>
          <p:cNvPr id="23" name="OTLSHAPE_T_8946987c5b794444934420cf76f92f8b_Duration">
            <a:extLst>
              <a:ext uri="{FF2B5EF4-FFF2-40B4-BE49-F238E27FC236}">
                <a16:creationId xmlns:a16="http://schemas.microsoft.com/office/drawing/2014/main" id="{5F18260F-7A81-BAEE-23DD-65F8C4C41B0A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152939" y="2776682"/>
            <a:ext cx="933258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70 </a:t>
            </a:r>
            <a:r>
              <a:rPr lang="en-US" sz="1100" spc="-10" dirty="0" err="1">
                <a:solidFill>
                  <a:schemeClr val="dk1"/>
                </a:solidFill>
                <a:latin typeface="Century Gothic" panose="020B0502020202020204" pitchFamily="34" charset="0"/>
              </a:rPr>
              <a:t>Tage</a:t>
            </a:r>
            <a:endParaRPr lang="en-US" sz="1100" spc="-10" dirty="0">
              <a:solidFill>
                <a:schemeClr val="dk1"/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OTLSHAPE_T_8946987c5b794444934420cf76f92f8b_Duration">
            <a:extLst>
              <a:ext uri="{FF2B5EF4-FFF2-40B4-BE49-F238E27FC236}">
                <a16:creationId xmlns:a16="http://schemas.microsoft.com/office/drawing/2014/main" id="{7DABB502-D7D7-B112-288F-BBD7F573691D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152939" y="3162357"/>
            <a:ext cx="933258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70 </a:t>
            </a:r>
            <a:r>
              <a:rPr lang="en-US" sz="1100" spc="-10" dirty="0" err="1">
                <a:solidFill>
                  <a:schemeClr val="dk1"/>
                </a:solidFill>
                <a:latin typeface="Century Gothic" panose="020B0502020202020204" pitchFamily="34" charset="0"/>
              </a:rPr>
              <a:t>Tage</a:t>
            </a:r>
            <a:endParaRPr lang="en-US" sz="1100" spc="-10" dirty="0">
              <a:solidFill>
                <a:schemeClr val="dk1"/>
              </a:solidFill>
              <a:latin typeface="Century Gothic" panose="020B0502020202020204" pitchFamily="34" charset="0"/>
            </a:endParaRPr>
          </a:p>
        </p:txBody>
      </p:sp>
      <p:sp>
        <p:nvSpPr>
          <p:cNvPr id="25" name="OTLSHAPE_T_8946987c5b794444934420cf76f92f8b_Duration">
            <a:extLst>
              <a:ext uri="{FF2B5EF4-FFF2-40B4-BE49-F238E27FC236}">
                <a16:creationId xmlns:a16="http://schemas.microsoft.com/office/drawing/2014/main" id="{B2936285-6282-E79D-BC21-DFF80A8B880C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201244" y="3587232"/>
            <a:ext cx="1116579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45 </a:t>
            </a:r>
            <a:r>
              <a:rPr lang="en-US" sz="1100" spc="-10" dirty="0" err="1">
                <a:solidFill>
                  <a:schemeClr val="dk1"/>
                </a:solidFill>
                <a:latin typeface="Century Gothic" panose="020B0502020202020204" pitchFamily="34" charset="0"/>
              </a:rPr>
              <a:t>Tage</a:t>
            </a:r>
            <a:endParaRPr lang="en-US" sz="1100" spc="-10" dirty="0">
              <a:solidFill>
                <a:schemeClr val="dk1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OTLSHAPE_T_8946987c5b794444934420cf76f92f8b_Duration">
            <a:extLst>
              <a:ext uri="{FF2B5EF4-FFF2-40B4-BE49-F238E27FC236}">
                <a16:creationId xmlns:a16="http://schemas.microsoft.com/office/drawing/2014/main" id="{D03AEA4F-92CD-2245-5F4C-3AC9C1716678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3201243" y="3992600"/>
            <a:ext cx="1116579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45 </a:t>
            </a:r>
            <a:r>
              <a:rPr lang="en-US" sz="1100" spc="-10" dirty="0" err="1">
                <a:solidFill>
                  <a:schemeClr val="dk1"/>
                </a:solidFill>
                <a:latin typeface="Century Gothic" panose="020B0502020202020204" pitchFamily="34" charset="0"/>
              </a:rPr>
              <a:t>Tage</a:t>
            </a:r>
            <a:endParaRPr lang="en-US" sz="1100" spc="-10" dirty="0">
              <a:solidFill>
                <a:schemeClr val="dk1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OTLSHAPE_T_8946987c5b794444934420cf76f92f8b_Duration">
            <a:extLst>
              <a:ext uri="{FF2B5EF4-FFF2-40B4-BE49-F238E27FC236}">
                <a16:creationId xmlns:a16="http://schemas.microsoft.com/office/drawing/2014/main" id="{E2C93347-ED12-76B6-BB7D-058ACAEC5A66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4844248" y="4390792"/>
            <a:ext cx="1116579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25 </a:t>
            </a:r>
            <a:r>
              <a:rPr lang="en-US" sz="1100" spc="-10" dirty="0" err="1">
                <a:solidFill>
                  <a:schemeClr val="dk1"/>
                </a:solidFill>
                <a:latin typeface="Century Gothic" panose="020B0502020202020204" pitchFamily="34" charset="0"/>
              </a:rPr>
              <a:t>Tage</a:t>
            </a:r>
            <a:endParaRPr lang="en-US" sz="1100" spc="-10" dirty="0">
              <a:solidFill>
                <a:schemeClr val="dk1"/>
              </a:solidFill>
              <a:latin typeface="Century Gothic" panose="020B0502020202020204" pitchFamily="34" charset="0"/>
            </a:endParaRPr>
          </a:p>
        </p:txBody>
      </p:sp>
      <p:sp>
        <p:nvSpPr>
          <p:cNvPr id="30" name="OTLSHAPE_T_8946987c5b794444934420cf76f92f8b_Duration">
            <a:extLst>
              <a:ext uri="{FF2B5EF4-FFF2-40B4-BE49-F238E27FC236}">
                <a16:creationId xmlns:a16="http://schemas.microsoft.com/office/drawing/2014/main" id="{9BBB6CA8-2844-1757-2DA2-0509F9778321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173814" y="4779157"/>
            <a:ext cx="1116579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35 </a:t>
            </a:r>
            <a:r>
              <a:rPr lang="en-US" sz="1100" spc="-10" dirty="0" err="1">
                <a:solidFill>
                  <a:schemeClr val="dk1"/>
                </a:solidFill>
                <a:latin typeface="Century Gothic" panose="020B0502020202020204" pitchFamily="34" charset="0"/>
              </a:rPr>
              <a:t>Tage</a:t>
            </a:r>
            <a:endParaRPr lang="en-US" sz="1100" spc="-10" dirty="0">
              <a:solidFill>
                <a:schemeClr val="dk1"/>
              </a:solidFill>
              <a:latin typeface="Century Gothic" panose="020B0502020202020204" pitchFamily="34" charset="0"/>
            </a:endParaRPr>
          </a:p>
        </p:txBody>
      </p:sp>
      <p:sp>
        <p:nvSpPr>
          <p:cNvPr id="31" name="OTLSHAPE_T_8946987c5b794444934420cf76f92f8b_Duration">
            <a:extLst>
              <a:ext uri="{FF2B5EF4-FFF2-40B4-BE49-F238E27FC236}">
                <a16:creationId xmlns:a16="http://schemas.microsoft.com/office/drawing/2014/main" id="{C31F0215-8936-33F4-C455-0F562924DA2A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7505511" y="5244427"/>
            <a:ext cx="1116579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35 </a:t>
            </a:r>
            <a:r>
              <a:rPr lang="en-US" sz="1100" spc="-10" dirty="0" err="1">
                <a:solidFill>
                  <a:schemeClr val="dk1"/>
                </a:solidFill>
                <a:latin typeface="Century Gothic" panose="020B0502020202020204" pitchFamily="34" charset="0"/>
              </a:rPr>
              <a:t>Tage</a:t>
            </a:r>
            <a:endParaRPr lang="en-US" sz="1100" spc="-10" dirty="0">
              <a:solidFill>
                <a:schemeClr val="dk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8E27DBB8-A231-C444-2F13-8699F7CD0F8A}"/>
              </a:ext>
            </a:extLst>
          </p:cNvPr>
          <p:cNvCxnSpPr>
            <a:cxnSpLocks/>
            <a:stCxn id="14" idx="1"/>
          </p:cNvCxnSpPr>
          <p:nvPr/>
        </p:nvCxnSpPr>
        <p:spPr>
          <a:xfrm>
            <a:off x="1060174" y="2461779"/>
            <a:ext cx="0" cy="3174764"/>
          </a:xfrm>
          <a:prstGeom prst="line">
            <a:avLst/>
          </a:prstGeom>
          <a:ln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D3ACA04E-F5C8-962B-22E5-E572CDE76241}"/>
              </a:ext>
            </a:extLst>
          </p:cNvPr>
          <p:cNvCxnSpPr>
            <a:cxnSpLocks/>
            <a:stCxn id="15" idx="1"/>
          </p:cNvCxnSpPr>
          <p:nvPr/>
        </p:nvCxnSpPr>
        <p:spPr>
          <a:xfrm>
            <a:off x="2173648" y="2865644"/>
            <a:ext cx="0" cy="2767819"/>
          </a:xfrm>
          <a:prstGeom prst="line">
            <a:avLst/>
          </a:prstGeom>
          <a:ln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F2EEAE55-B8EC-6F4D-30F3-3B38E82F17DE}"/>
              </a:ext>
            </a:extLst>
          </p:cNvPr>
          <p:cNvCxnSpPr>
            <a:cxnSpLocks/>
            <a:stCxn id="17" idx="1"/>
          </p:cNvCxnSpPr>
          <p:nvPr/>
        </p:nvCxnSpPr>
        <p:spPr>
          <a:xfrm>
            <a:off x="4391024" y="3673374"/>
            <a:ext cx="0" cy="1960089"/>
          </a:xfrm>
          <a:prstGeom prst="line">
            <a:avLst/>
          </a:prstGeom>
          <a:ln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D72BB5A7-EC3A-1B33-039C-A609B350D2B0}"/>
              </a:ext>
            </a:extLst>
          </p:cNvPr>
          <p:cNvCxnSpPr>
            <a:cxnSpLocks/>
            <a:stCxn id="19" idx="1"/>
          </p:cNvCxnSpPr>
          <p:nvPr/>
        </p:nvCxnSpPr>
        <p:spPr>
          <a:xfrm>
            <a:off x="6036656" y="4481104"/>
            <a:ext cx="0" cy="1152359"/>
          </a:xfrm>
          <a:prstGeom prst="line">
            <a:avLst/>
          </a:prstGeom>
          <a:ln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B50A32B1-4F14-028F-11BD-C99A05CADC2F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7388086" y="4884969"/>
            <a:ext cx="1" cy="748494"/>
          </a:xfrm>
          <a:prstGeom prst="line">
            <a:avLst/>
          </a:prstGeom>
          <a:ln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D5DD9F40-9AEC-D9C3-BB6E-5C2FA74868D0}"/>
              </a:ext>
            </a:extLst>
          </p:cNvPr>
          <p:cNvCxnSpPr>
            <a:cxnSpLocks/>
            <a:stCxn id="21" idx="1"/>
          </p:cNvCxnSpPr>
          <p:nvPr/>
        </p:nvCxnSpPr>
        <p:spPr>
          <a:xfrm>
            <a:off x="8739515" y="5323179"/>
            <a:ext cx="0" cy="310284"/>
          </a:xfrm>
          <a:prstGeom prst="line">
            <a:avLst/>
          </a:prstGeom>
          <a:ln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TLSHAPE_T_8946987c5b794444934420cf76f92f8b_Duration">
            <a:extLst>
              <a:ext uri="{FF2B5EF4-FFF2-40B4-BE49-F238E27FC236}">
                <a16:creationId xmlns:a16="http://schemas.microsoft.com/office/drawing/2014/main" id="{F4211495-44DB-99CE-3FE7-B934D8A47580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3386057" y="2372817"/>
            <a:ext cx="743847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5.1 - 10.3</a:t>
            </a:r>
          </a:p>
        </p:txBody>
      </p:sp>
      <p:sp>
        <p:nvSpPr>
          <p:cNvPr id="53" name="OTLSHAPE_T_8946987c5b794444934420cf76f92f8b_Duration">
            <a:extLst>
              <a:ext uri="{FF2B5EF4-FFF2-40B4-BE49-F238E27FC236}">
                <a16:creationId xmlns:a16="http://schemas.microsoft.com/office/drawing/2014/main" id="{4D20F902-3226-869C-AB0B-1B9FDE021CFB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5499778" y="2782528"/>
            <a:ext cx="743847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2.2 - 5.6</a:t>
            </a:r>
          </a:p>
        </p:txBody>
      </p:sp>
      <p:sp>
        <p:nvSpPr>
          <p:cNvPr id="54" name="OTLSHAPE_T_8946987c5b794444934420cf76f92f8b_Duration">
            <a:extLst>
              <a:ext uri="{FF2B5EF4-FFF2-40B4-BE49-F238E27FC236}">
                <a16:creationId xmlns:a16="http://schemas.microsoft.com/office/drawing/2014/main" id="{41CBC107-6179-8A11-EED4-26C81AD5755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5499777" y="3180121"/>
            <a:ext cx="743847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2.2 - 5.6</a:t>
            </a:r>
          </a:p>
        </p:txBody>
      </p:sp>
      <p:sp>
        <p:nvSpPr>
          <p:cNvPr id="55" name="OTLSHAPE_T_8946987c5b794444934420cf76f92f8b_Duration">
            <a:extLst>
              <a:ext uri="{FF2B5EF4-FFF2-40B4-BE49-F238E27FC236}">
                <a16:creationId xmlns:a16="http://schemas.microsoft.com/office/drawing/2014/main" id="{3A4A85AC-7BAE-DA00-3DF7-0545317B88C6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310346" y="3591812"/>
            <a:ext cx="743847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25.4 - 5.7</a:t>
            </a:r>
          </a:p>
        </p:txBody>
      </p:sp>
      <p:sp>
        <p:nvSpPr>
          <p:cNvPr id="56" name="OTLSHAPE_T_8946987c5b794444934420cf76f92f8b_Duration">
            <a:extLst>
              <a:ext uri="{FF2B5EF4-FFF2-40B4-BE49-F238E27FC236}">
                <a16:creationId xmlns:a16="http://schemas.microsoft.com/office/drawing/2014/main" id="{D0E1DC45-25C0-E86B-916F-2C961926D0B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753053" y="3989814"/>
            <a:ext cx="743847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25.4 - 25.8</a:t>
            </a:r>
          </a:p>
        </p:txBody>
      </p:sp>
      <p:sp>
        <p:nvSpPr>
          <p:cNvPr id="57" name="OTLSHAPE_T_8946987c5b794444934420cf76f92f8b_Duration">
            <a:extLst>
              <a:ext uri="{FF2B5EF4-FFF2-40B4-BE49-F238E27FC236}">
                <a16:creationId xmlns:a16="http://schemas.microsoft.com/office/drawing/2014/main" id="{E9FA7BB8-6B28-5BBC-D525-73659CBE6F2E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7319954" y="4387816"/>
            <a:ext cx="743847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20.6 - 5.8</a:t>
            </a:r>
          </a:p>
        </p:txBody>
      </p:sp>
      <p:sp>
        <p:nvSpPr>
          <p:cNvPr id="58" name="OTLSHAPE_T_8946987c5b794444934420cf76f92f8b_Duration">
            <a:extLst>
              <a:ext uri="{FF2B5EF4-FFF2-40B4-BE49-F238E27FC236}">
                <a16:creationId xmlns:a16="http://schemas.microsoft.com/office/drawing/2014/main" id="{9507C5E7-4E51-B090-CA0A-25C5EB205791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8641822" y="4781254"/>
            <a:ext cx="743847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5.8 - 30.9</a:t>
            </a:r>
          </a:p>
        </p:txBody>
      </p:sp>
      <p:sp>
        <p:nvSpPr>
          <p:cNvPr id="59" name="OTLSHAPE_T_8946987c5b794444934420cf76f92f8b_Duration">
            <a:extLst>
              <a:ext uri="{FF2B5EF4-FFF2-40B4-BE49-F238E27FC236}">
                <a16:creationId xmlns:a16="http://schemas.microsoft.com/office/drawing/2014/main" id="{07159469-1911-5E9E-C2B9-3B4CDCAADF77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10115536" y="5244427"/>
            <a:ext cx="897279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30.9 - 30.11</a:t>
            </a:r>
          </a:p>
        </p:txBody>
      </p:sp>
      <p:sp>
        <p:nvSpPr>
          <p:cNvPr id="60" name="OTLSHAPE_T_8946987c5b794444934420cf76f92f8b_Duration">
            <a:extLst>
              <a:ext uri="{FF2B5EF4-FFF2-40B4-BE49-F238E27FC236}">
                <a16:creationId xmlns:a16="http://schemas.microsoft.com/office/drawing/2014/main" id="{6BD81F1B-35BF-1861-243F-53BCF13C2F59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3418510" y="6344753"/>
            <a:ext cx="1116579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Heute</a:t>
            </a:r>
          </a:p>
        </p:txBody>
      </p:sp>
      <p:sp>
        <p:nvSpPr>
          <p:cNvPr id="62" name="OTLSHAPE_TB_00000000000000000000000000000000_TodayMarkerShape">
            <a:extLst>
              <a:ext uri="{FF2B5EF4-FFF2-40B4-BE49-F238E27FC236}">
                <a16:creationId xmlns:a16="http://schemas.microsoft.com/office/drawing/2014/main" id="{01E34EC0-6324-62DA-C26E-16F545906199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3907649" y="6193917"/>
            <a:ext cx="138303" cy="139700"/>
          </a:xfrm>
          <a:prstGeom prst="triangle">
            <a:avLst/>
          </a:prstGeom>
          <a:solidFill>
            <a:srgbClr val="03A928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TLSHAPE_T_8946987c5b794444934420cf76f92f8b_Duration">
            <a:extLst>
              <a:ext uri="{FF2B5EF4-FFF2-40B4-BE49-F238E27FC236}">
                <a16:creationId xmlns:a16="http://schemas.microsoft.com/office/drawing/2014/main" id="{DBECF938-2E44-EFFD-D8B7-8292B1C305AC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621480" y="6344753"/>
            <a:ext cx="1116579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10. </a:t>
            </a:r>
            <a:r>
              <a:rPr lang="en-US" sz="1100" spc="-10" dirty="0" err="1">
                <a:solidFill>
                  <a:schemeClr val="dk1"/>
                </a:solidFill>
                <a:latin typeface="Century Gothic" panose="020B0502020202020204" pitchFamily="34" charset="0"/>
              </a:rPr>
              <a:t>Januar</a:t>
            </a:r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 2023</a:t>
            </a:r>
          </a:p>
          <a:p>
            <a:pPr algn="ct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Projekt Start</a:t>
            </a:r>
          </a:p>
        </p:txBody>
      </p:sp>
      <p:sp>
        <p:nvSpPr>
          <p:cNvPr id="69" name="OTLSHAPE_T_8946987c5b794444934420cf76f92f8b_Duration">
            <a:extLst>
              <a:ext uri="{FF2B5EF4-FFF2-40B4-BE49-F238E27FC236}">
                <a16:creationId xmlns:a16="http://schemas.microsoft.com/office/drawing/2014/main" id="{9AB73441-8F50-E4E5-D3CF-1469C82B00A6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088601" y="6344753"/>
            <a:ext cx="1507148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30. November 2023</a:t>
            </a:r>
          </a:p>
          <a:p>
            <a:pPr algn="ctr"/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Projekt Ende</a:t>
            </a:r>
          </a:p>
        </p:txBody>
      </p:sp>
      <p:sp>
        <p:nvSpPr>
          <p:cNvPr id="70" name="OTLSHAPE_M_a3f90804e51e4c47826f02c014f6235b_Shape">
            <a:extLst>
              <a:ext uri="{FF2B5EF4-FFF2-40B4-BE49-F238E27FC236}">
                <a16:creationId xmlns:a16="http://schemas.microsoft.com/office/drawing/2014/main" id="{8AD964BC-3E79-367F-09DD-C86F3886D9AB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1125247" y="5941106"/>
            <a:ext cx="218152" cy="304165"/>
          </a:xfrm>
          <a:prstGeom prst="chevron">
            <a:avLst>
              <a:gd name="adj" fmla="val 30000"/>
            </a:avLst>
          </a:prstGeom>
          <a:solidFill>
            <a:srgbClr val="03A928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1" name="OTLSHAPE_T_8946987c5b794444934420cf76f92f8b_Duration">
            <a:extLst>
              <a:ext uri="{FF2B5EF4-FFF2-40B4-BE49-F238E27FC236}">
                <a16:creationId xmlns:a16="http://schemas.microsoft.com/office/drawing/2014/main" id="{1C057A43-7E90-1B05-1997-5CAE16691BC7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4566088" y="6397761"/>
            <a:ext cx="1116579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/>
            <a:r>
              <a:rPr lang="en-US" sz="1100" spc="-10" dirty="0" err="1">
                <a:solidFill>
                  <a:schemeClr val="dk1"/>
                </a:solidFill>
                <a:latin typeface="Century Gothic" panose="020B0502020202020204" pitchFamily="34" charset="0"/>
              </a:rPr>
              <a:t>Meilenstein</a:t>
            </a:r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 1</a:t>
            </a:r>
          </a:p>
        </p:txBody>
      </p:sp>
      <p:sp>
        <p:nvSpPr>
          <p:cNvPr id="72" name="OTLSHAPE_M_a3f90804e51e4c47826f02c014f6235b_Shape">
            <a:extLst>
              <a:ext uri="{FF2B5EF4-FFF2-40B4-BE49-F238E27FC236}">
                <a16:creationId xmlns:a16="http://schemas.microsoft.com/office/drawing/2014/main" id="{2C28A114-DD7B-DC1F-F435-B218BE4418FA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 flipH="1">
            <a:off x="10712358" y="5949730"/>
            <a:ext cx="211770" cy="304165"/>
          </a:xfrm>
          <a:prstGeom prst="chevron">
            <a:avLst>
              <a:gd name="adj" fmla="val 30000"/>
            </a:avLst>
          </a:prstGeom>
          <a:solidFill>
            <a:srgbClr val="03A928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OTLSHAPE_T_8946987c5b794444934420cf76f92f8b_Duration">
            <a:extLst>
              <a:ext uri="{FF2B5EF4-FFF2-40B4-BE49-F238E27FC236}">
                <a16:creationId xmlns:a16="http://schemas.microsoft.com/office/drawing/2014/main" id="{F4CD667D-ABEF-35AD-FE0C-D0612AC978A4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6450910" y="6384509"/>
            <a:ext cx="1116579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/>
            <a:r>
              <a:rPr lang="en-US" sz="1100" spc="-10" dirty="0" err="1">
                <a:solidFill>
                  <a:schemeClr val="dk1"/>
                </a:solidFill>
                <a:latin typeface="Century Gothic" panose="020B0502020202020204" pitchFamily="34" charset="0"/>
              </a:rPr>
              <a:t>Meilenstein</a:t>
            </a:r>
            <a:r>
              <a:rPr lang="en-US" sz="1100" spc="-10" dirty="0">
                <a:solidFill>
                  <a:schemeClr val="dk1"/>
                </a:solidFill>
                <a:latin typeface="Century Gothic" panose="020B0502020202020204" pitchFamily="34" charset="0"/>
              </a:rPr>
              <a:t> 2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EEA3215-F4F6-B76F-9F20-755974EE8DB9}"/>
              </a:ext>
            </a:extLst>
          </p:cNvPr>
          <p:cNvSpPr/>
          <p:nvPr/>
        </p:nvSpPr>
        <p:spPr>
          <a:xfrm>
            <a:off x="6889670" y="6210325"/>
            <a:ext cx="144645" cy="154306"/>
          </a:xfrm>
          <a:prstGeom prst="rect">
            <a:avLst/>
          </a:prstGeom>
          <a:solidFill>
            <a:srgbClr val="03A928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654DCA9-A659-F228-39B9-8E57ACDB0BF8}"/>
              </a:ext>
            </a:extLst>
          </p:cNvPr>
          <p:cNvSpPr/>
          <p:nvPr/>
        </p:nvSpPr>
        <p:spPr>
          <a:xfrm>
            <a:off x="5016702" y="6211018"/>
            <a:ext cx="144645" cy="154306"/>
          </a:xfrm>
          <a:prstGeom prst="rect">
            <a:avLst/>
          </a:prstGeom>
          <a:solidFill>
            <a:srgbClr val="03A928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57076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02543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TODAYPOSITION" val="Auto"/>
  <p:tag name="OTLMARKERSHAPE" val="OT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.dd.yyyy"/>
  <p:tag name="OTLDATEFORMATSEPARATOR" val=".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Project Start"/>
  <p:tag name="OTLDATE" val="2022-01-15T23:59:00.0000000"/>
  <p:tag name="OTLPOSITIONONTASK" val="None"/>
  <p:tag name="OTLRELATEDTASKID" val="00000000-0000-0000-0000-000000000000"/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.dd.yyyy"/>
  <p:tag name="OTLDATEFORMATSEPARATOR" val=".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Project Start"/>
  <p:tag name="OTLDATE" val="2022-01-15T23:59:00.0000000"/>
  <p:tag name="OTLPOSITIONONTASK" val="None"/>
  <p:tag name="OTLRELATEDTASKID" val="00000000-0000-0000-0000-000000000000"/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/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2-01-15T00:00:00.0000000Z"/>
  <p:tag name="OTLENDDATE" val="2022-04-30T23:59:00.0000000Z"/>
  <p:tag name="OTLDURATIONFORMAT" val="day"/>
  <p:tag name="OTLSPACING" val="5"/>
  <p:tag name="OTLSHAPETHICKNESSTYPE" val="Thick"/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/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2-01-15T00:00:00.0000000Z"/>
  <p:tag name="OTLENDDATE" val="2022-04-30T23:59:00.0000000Z"/>
  <p:tag name="OTLDURATIONFORMAT" val="day"/>
  <p:tag name="OTLSPACING" val="5"/>
  <p:tag name="OTLSHAPETHICKNESSTYPE" val="Thick"/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/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2-01-15T00:00:00.0000000Z"/>
  <p:tag name="OTLENDDATE" val="2022-04-30T23:59:00.0000000Z"/>
  <p:tag name="OTLDURATIONFORMAT" val="day"/>
  <p:tag name="OTLSPACING" val="5"/>
  <p:tag name="OTLSHAPETHICKNESSTYPE" val="Thick"/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/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2-01-15T00:00:00.0000000Z"/>
  <p:tag name="OTLENDDATE" val="2022-04-30T23:59:00.0000000Z"/>
  <p:tag name="OTLDURATIONFORMAT" val="day"/>
  <p:tag name="OTLSPACING" val="5"/>
  <p:tag name="OTLSHAPETHICKNESSTYPE" val="Thick"/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/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2-01-15T00:00:00.0000000Z"/>
  <p:tag name="OTLENDDATE" val="2022-04-30T23:59:00.0000000Z"/>
  <p:tag name="OTLDURATIONFORMAT" val="day"/>
  <p:tag name="OTLSPACING" val="5"/>
  <p:tag name="OTLSHAPETHICKNESSTYPE" val="Thick"/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/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2-01-15T00:00:00.0000000Z"/>
  <p:tag name="OTLENDDATE" val="2022-04-30T23:59:00.0000000Z"/>
  <p:tag name="OTLDURATIONFORMAT" val="day"/>
  <p:tag name="OTLSPACING" val="5"/>
  <p:tag name="OTLSHAPETHICKNESSTYPE" val="Thick"/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/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2-01-15T00:00:00.0000000Z"/>
  <p:tag name="OTLENDDATE" val="2022-04-30T23:59:00.0000000Z"/>
  <p:tag name="OTLDURATIONFORMAT" val="day"/>
  <p:tag name="OTLSPACING" val="5"/>
  <p:tag name="OTLSHAPETHICKNESSTYPE" val="Thick"/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/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2-01-15T00:00:00.0000000Z"/>
  <p:tag name="OTLENDDATE" val="2022-04-30T23:59:00.0000000Z"/>
  <p:tag name="OTLDURATIONFORMAT" val="day"/>
  <p:tag name="OTLSPACING" val="5"/>
  <p:tag name="OTLSHAPETHICKNESSTYPE" val="Thick"/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TODAYPOSITION" val="Auto"/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.dd.yyyy"/>
  <p:tag name="OTLDATEFORMATSEPARATOR" val=".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Project Start"/>
  <p:tag name="OTLDATE" val="2022-01-15T23:59:00.0000000"/>
  <p:tag name="OTLPOSITIONONTASK" val="None"/>
  <p:tag name="OTLRELATEDTASKID" val="00000000-0000-0000-0000-000000000000"/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.dd.yyyy"/>
  <p:tag name="OTLDATEFORMATSEPARATOR" val=".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Project Start"/>
  <p:tag name="OTLDATE" val="2022-01-15T23:59:00.0000000"/>
  <p:tag name="OTLPOSITIONONTASK" val="None"/>
  <p:tag name="OTLRELATEDTASKID" val="00000000-0000-0000-0000-000000000000"/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A788A8A1D701E48BCC6EA4095FB1F7E" ma:contentTypeVersion="8" ma:contentTypeDescription="Ein neues Dokument erstellen." ma:contentTypeScope="" ma:versionID="401aa52f51ebb00477ab50991dd2b87c">
  <xsd:schema xmlns:xsd="http://www.w3.org/2001/XMLSchema" xmlns:xs="http://www.w3.org/2001/XMLSchema" xmlns:p="http://schemas.microsoft.com/office/2006/metadata/properties" xmlns:ns3="9673c027-6904-4ec0-a820-8953c8013b7d" targetNamespace="http://schemas.microsoft.com/office/2006/metadata/properties" ma:root="true" ma:fieldsID="b86013c3847f01f58cce0465e8d8d452" ns3:_="">
    <xsd:import namespace="9673c027-6904-4ec0-a820-8953c8013b7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73c027-6904-4ec0-a820-8953c8013b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4E33CC8-D585-49C1-9E38-F1891EEDF3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73c027-6904-4ec0-a820-8953c8013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9F907D-0A25-466F-B8C4-14FF939335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2BBBEA-CBE6-42E0-86D7-8FA64C9EF15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1036</Words>
  <Application>Microsoft Office PowerPoint</Application>
  <PresentationFormat>Breitbild</PresentationFormat>
  <Paragraphs>180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</vt:lpstr>
      <vt:lpstr>Office</vt:lpstr>
      <vt:lpstr>Mustertitel</vt:lpstr>
      <vt:lpstr>Inhalt</vt:lpstr>
      <vt:lpstr>Basic elements lines, arrows and shapes</vt:lpstr>
      <vt:lpstr>Zwischentitel Inhalt 1</vt:lpstr>
      <vt:lpstr>Inhalt 1 - Thema Teil 1</vt:lpstr>
      <vt:lpstr>Inhalt 1 - Thema Teil 2</vt:lpstr>
      <vt:lpstr>Zwischentitel Inhalt 2</vt:lpstr>
      <vt:lpstr>Inhalt 2 - Thema Teil 1</vt:lpstr>
      <vt:lpstr>Inhalt 2 - Thema Teil 2</vt:lpstr>
      <vt:lpstr>Terminplan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Alain Roth - IdeeRoth AG</dc:creator>
  <cp:lastModifiedBy>Alain Roth - IdeeRoth AG</cp:lastModifiedBy>
  <cp:revision>41</cp:revision>
  <dcterms:created xsi:type="dcterms:W3CDTF">2019-12-06T08:55:19Z</dcterms:created>
  <dcterms:modified xsi:type="dcterms:W3CDTF">2024-12-10T07:25:46Z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0x010100EA788A8A1D701E48BCC6EA4095FB1F7E</vt:lpwstr>
  </property>
</Properties>
</file>